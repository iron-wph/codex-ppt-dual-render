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5915f2e3348a0" /><Relationship Type="http://schemas.openxmlformats.org/officeDocument/2006/relationships/extended-properties" Target="/docProps/app.xml" Id="Rf44d790eece94b4d" /><Relationship Type="http://schemas.openxmlformats.org/officeDocument/2006/relationships/officeDocument" Target="/ppt/presentation.xml" Id="R75b78078d757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624d98bea40a3"/>
  </p:sldMasterIdLst>
  <p:notesMasterIdLst>
    <p:notesMasterId xmlns:r="http://schemas.openxmlformats.org/officeDocument/2006/relationships" r:id="R2271998e29bf4a90"/>
  </p:notesMasterIdLst>
  <p:sldIdLst>
    <p:sldId xmlns:r="http://schemas.openxmlformats.org/officeDocument/2006/relationships" id="256" r:id="R4bdbdc2244ff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3c9da3747c42af" /><Relationship Type="http://schemas.openxmlformats.org/officeDocument/2006/relationships/slideMaster" Target="/ppt/slideMasters/slideMaster1.xml" Id="R756624d98bea40a3" /><Relationship Type="http://schemas.openxmlformats.org/officeDocument/2006/relationships/notesMaster" Target="/ppt/notesMasters/notesMaster1.xml" Id="R2271998e29bf4a90" /><Relationship Type="http://schemas.openxmlformats.org/officeDocument/2006/relationships/presProps" Target="/ppt/presProps.xml" Id="Rfe8185e2a2bd41fc" /><Relationship Type="http://schemas.openxmlformats.org/officeDocument/2006/relationships/tableStyles" Target="/ppt/tableStyles.xml" Id="R07c3eac160af4c3f" /><Relationship Type="http://schemas.openxmlformats.org/officeDocument/2006/relationships/slide" Target="/ppt/slides/slide1.xml" Id="R4bdbdc2244ff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f621346a6a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c54b155a7049d5" /><Relationship Type="http://schemas.openxmlformats.org/officeDocument/2006/relationships/notesMaster" Target="/ppt/notesMasters/notesMaster1.xml" Id="Ra9673a6cd255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我们通常先看最终 SSR，但这组实验真正需要回答的是：增益来自 RL 信号本身，还是来自一整套训练系统？今天沿着三个问题展开：性能是否跨任务提升，运行是否具有效率，以及哪些实验条件限制归因。先把实验契约锁定，再看训练机制、结果和系统成本，最后给出可复现、但不越界的结论。</a:t>
            </a:r>
          </a:p>
          <a:p xmlns:a="http://schemas.openxmlformats.org/drawingml/2006/main">
            <a:r>
              <a:t>讲述提示：先读出标题中的“增益成立”和“归因受约束”，随后明确三个判断维度。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fd338c48c4b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24494fbd94379" /><Relationship Type="http://schemas.openxmlformats.org/officeDocument/2006/relationships/slideLayout" Target="/ppt/slideLayouts/slideLayout1.xml" Id="R3702169895744f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2169895744f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b2abd31a949fe" /><Relationship Type="http://schemas.openxmlformats.org/officeDocument/2006/relationships/notesSlide" Target="/ppt/notesSlides/notesSlide1.xml" Id="R5e007b30316047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C2ABE74E-46F4-4D63-B4BA-D84AC81D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06816E98-F12F-43AE-8F2A-9F6458F4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1-eyebrow">
            <a:extLst xmlns:a="http://schemas.openxmlformats.org/drawingml/2006/main">
              <a:ext uri="{FF2B5EF4-FFF2-40B4-BE49-F238E27FC236}">
                <a16:creationId xmlns:a16="http://schemas.microsoft.com/office/drawing/2014/main" id="{FA0884AE-D733-40D2-943B-027EA78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45CB7"/>
                </a:solidFill>
              </a:defRPr>
            </a:pPr>
            <a:r>
              <a:rPr sz="1050" b="1">
                <a:solidFill>
                  <a:srgbClr val="245CB7"/>
                </a:solidFill>
              </a:rPr>
              <a:t>RoboTwin 实验解读</a:t>
            </a:r>
          </a:p>
        </p:txBody>
      </p:sp>
      <p:sp>
        <p:nvSpPr>
          <p:cNvPr id="4" name="s1-title">
            <a:extLst xmlns:a="http://schemas.openxmlformats.org/drawingml/2006/main">
              <a:ext uri="{FF2B5EF4-FFF2-40B4-BE49-F238E27FC236}">
                <a16:creationId xmlns:a16="http://schemas.microsoft.com/office/drawing/2014/main" id="{64198AF9-7F89-4537-9DBF-823A5FC7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13233A"/>
                </a:solidFill>
              </a:defRPr>
            </a:pPr>
            <a:r>
              <a:rPr sz="3900" b="1">
                <a:solidFill>
                  <a:srgbClr val="13233A"/>
                </a:solidFill>
              </a:rPr>
              <a:t>RLinf 的增益成立，但归因受实验契约约束</a:t>
            </a:r>
          </a:p>
        </p:txBody>
      </p:sp>
      <p:sp>
        <p:nvSpPr>
          <p:cNvPr id="5" name="s1-subtitle">
            <a:extLst xmlns:a="http://schemas.openxmlformats.org/drawingml/2006/main">
              <a:ext uri="{FF2B5EF4-FFF2-40B4-BE49-F238E27FC236}">
                <a16:creationId xmlns:a16="http://schemas.microsoft.com/office/drawing/2014/main" id="{49FC966E-4A75-4F48-91D8-97FB60A2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C718A"/>
                </a:solidFill>
              </a:defRPr>
            </a:pPr>
            <a:r>
              <a:rPr sz="1575" b="0">
                <a:solidFill>
                  <a:srgbClr val="5C718A"/>
                </a:solidFill>
              </a:rPr>
              <a:t>性能、效率与归因边界必须一起判断</a:t>
            </a:r>
          </a:p>
        </p:txBody>
      </p:sp>
      <p:sp>
        <p:nvSpPr>
          <p:cNvPr id="6" name="s1-title-visual-plate">
            <a:extLst xmlns:a="http://schemas.openxmlformats.org/drawingml/2006/main">
              <a:ext uri="{FF2B5EF4-FFF2-40B4-BE49-F238E27FC236}">
                <a16:creationId xmlns:a16="http://schemas.microsoft.com/office/drawing/2014/main" id="{4013B47E-B821-4323-B847-42DA266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47800"/>
            <a:ext cx="4000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7" name="s1-title-visual-plate-label">
            <a:extLst xmlns:a="http://schemas.openxmlformats.org/drawingml/2006/main">
              <a:ext uri="{FF2B5EF4-FFF2-40B4-BE49-F238E27FC236}">
                <a16:creationId xmlns:a16="http://schemas.microsoft.com/office/drawing/2014/main" id="{59DBE5EA-0491-466B-A0AD-CF5E5DC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PAPER / ARGUMENT MAP</a:t>
            </a:r>
          </a:p>
        </p:txBody>
      </p:sp>
      <p:sp>
        <p:nvSpPr>
          <p:cNvPr id="8" name="s1-title-visual-manuscript-line-1">
            <a:extLst xmlns:a="http://schemas.openxmlformats.org/drawingml/2006/main">
              <a:ext uri="{FF2B5EF4-FFF2-40B4-BE49-F238E27FC236}">
                <a16:creationId xmlns:a16="http://schemas.microsoft.com/office/drawing/2014/main" id="{068501D4-5E85-4DAE-90AE-52EC71F3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2880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5CB7"/>
            </a:solidFill>
            <a:prstDash val="solid"/>
          </a:ln>
        </p:spPr>
      </p:sp>
      <p:sp>
        <p:nvSpPr>
          <p:cNvPr id="9" name="s1-title-visual-manuscript-line-2">
            <a:extLst xmlns:a="http://schemas.openxmlformats.org/drawingml/2006/main">
              <a:ext uri="{FF2B5EF4-FFF2-40B4-BE49-F238E27FC236}">
                <a16:creationId xmlns:a16="http://schemas.microsoft.com/office/drawing/2014/main" id="{E4307822-9567-4502-B2E5-BE5E658A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0" name="s1-title-visual-manuscript-line-3">
            <a:extLst xmlns:a="http://schemas.openxmlformats.org/drawingml/2006/main">
              <a:ext uri="{FF2B5EF4-FFF2-40B4-BE49-F238E27FC236}">
                <a16:creationId xmlns:a16="http://schemas.microsoft.com/office/drawing/2014/main" id="{63FC7B01-9948-4010-BC4C-5E034ED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1" name="s1-title-visual-manuscript-line-4">
            <a:extLst xmlns:a="http://schemas.openxmlformats.org/drawingml/2006/main">
              <a:ext uri="{FF2B5EF4-FFF2-40B4-BE49-F238E27FC236}">
                <a16:creationId xmlns:a16="http://schemas.microsoft.com/office/drawing/2014/main" id="{6F2D740E-9A0A-4A4C-8903-770C02C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95700"/>
            <a:ext cx="2320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1-title-visual-manuscript-line-5">
            <a:extLst xmlns:a="http://schemas.openxmlformats.org/drawingml/2006/main">
              <a:ext uri="{FF2B5EF4-FFF2-40B4-BE49-F238E27FC236}">
                <a16:creationId xmlns:a16="http://schemas.microsoft.com/office/drawing/2014/main" id="{26F8A5B3-FEC2-4563-9BE6-2981E535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52900"/>
            <a:ext cx="1840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3" name="s1-title-visual-annotation">
            <a:extLst xmlns:a="http://schemas.openxmlformats.org/drawingml/2006/main">
              <a:ext uri="{FF2B5EF4-FFF2-40B4-BE49-F238E27FC236}">
                <a16:creationId xmlns:a16="http://schemas.microsoft.com/office/drawing/2014/main" id="{7EE7F2D0-46F0-45E4-A61F-863F68B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790" y="2266950"/>
            <a:ext cx="720090" cy="1560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4" name="s1-title-visual-annotation-label">
            <a:extLst xmlns:a="http://schemas.openxmlformats.org/drawingml/2006/main">
              <a:ext uri="{FF2B5EF4-FFF2-40B4-BE49-F238E27FC236}">
                <a16:creationId xmlns:a16="http://schemas.microsoft.com/office/drawing/2014/main" id="{228D1E68-F1EA-4EFA-BFBC-403C1B2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795" y="2571750"/>
            <a:ext cx="64008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CLAIM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→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D65F42"/>
                </a:solidFill>
              </a:defRPr>
            </a:pPr>
            <a:r>
              <a:rPr sz="900" b="1">
                <a:solidFill>
                  <a:srgbClr val="D65F42"/>
                </a:solidFill>
              </a:rPr>
              <a:t>EVIDENCE</a:t>
            </a:r>
          </a:p>
        </p:txBody>
      </p:sp>
      <p:sp>
        <p:nvSpPr>
          <p:cNvPr id="15" name="s1-note-bg">
            <a:extLst xmlns:a="http://schemas.openxmlformats.org/drawingml/2006/main">
              <a:ext uri="{FF2B5EF4-FFF2-40B4-BE49-F238E27FC236}">
                <a16:creationId xmlns:a16="http://schemas.microsoft.com/office/drawing/2014/main" id="{59A0371D-6941-4D1A-A102-ECBBBDA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6" name="s1-note-label">
            <a:extLst xmlns:a="http://schemas.openxmlformats.org/drawingml/2006/main">
              <a:ext uri="{FF2B5EF4-FFF2-40B4-BE49-F238E27FC236}">
                <a16:creationId xmlns:a16="http://schemas.microsoft.com/office/drawing/2014/main" id="{DCEC06B8-EC8E-4B1B-91B6-832D80D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判断框架</a:t>
            </a:r>
          </a:p>
        </p:txBody>
      </p:sp>
      <p:sp>
        <p:nvSpPr>
          <p:cNvPr id="17" name="s1-note-value">
            <a:extLst xmlns:a="http://schemas.openxmlformats.org/drawingml/2006/main">
              <a:ext uri="{FF2B5EF4-FFF2-40B4-BE49-F238E27FC236}">
                <a16:creationId xmlns:a16="http://schemas.microsoft.com/office/drawing/2014/main" id="{0A3D8F2C-1882-4045-978C-07F6DAF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3233A"/>
                </a:solidFill>
              </a:defRPr>
            </a:pPr>
            <a:r>
              <a:rPr sz="1200" b="1">
                <a:solidFill>
                  <a:srgbClr val="13233A"/>
                </a:solidFill>
              </a:rPr>
              <a:t>性能提升 ≠ RL 单独贡献</a:t>
            </a:r>
          </a:p>
        </p:txBody>
      </p:sp>
    </p:spTree>
    <p:extLst>
      <p:ext uri="{BB962C8B-B14F-4D97-AF65-F5344CB8AC3E}">
        <p14:creationId xmlns:p14="http://schemas.microsoft.com/office/powerpoint/2010/main" val="1876947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2026-07-30T15:19:55.7580000Z</dcterms:created>
  <dcterms:modified xsi:type="dcterms:W3CDTF">2026-07-30T15:19:55.7590000Z</dcterms:modified>
</coreProperties>
</file>