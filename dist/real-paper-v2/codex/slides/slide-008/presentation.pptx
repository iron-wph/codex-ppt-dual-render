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402bce599144dd" /><Relationship Type="http://schemas.openxmlformats.org/officeDocument/2006/relationships/extended-properties" Target="/docProps/app.xml" Id="Rd7329f91fc5446a6" /><Relationship Type="http://schemas.openxmlformats.org/officeDocument/2006/relationships/officeDocument" Target="/ppt/presentation.xml" Id="Ref8c9a172b5c45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6428b778ac482f"/>
  </p:sldMasterIdLst>
  <p:notesMasterIdLst>
    <p:notesMasterId xmlns:r="http://schemas.openxmlformats.org/officeDocument/2006/relationships" r:id="R8267b391d46a468b"/>
  </p:notesMasterIdLst>
  <p:sldIdLst>
    <p:sldId xmlns:r="http://schemas.openxmlformats.org/officeDocument/2006/relationships" id="256" r:id="Rbbfc75c8c3a9431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69f80a7127c48b0" /><Relationship Type="http://schemas.openxmlformats.org/officeDocument/2006/relationships/slideMaster" Target="/ppt/slideMasters/slideMaster1.xml" Id="R4e6428b778ac482f" /><Relationship Type="http://schemas.openxmlformats.org/officeDocument/2006/relationships/notesMaster" Target="/ppt/notesMasters/notesMaster1.xml" Id="R8267b391d46a468b" /><Relationship Type="http://schemas.openxmlformats.org/officeDocument/2006/relationships/presProps" Target="/ppt/presProps.xml" Id="Rdd72cf8136f842d7" /><Relationship Type="http://schemas.openxmlformats.org/officeDocument/2006/relationships/tableStyles" Target="/ppt/tableStyles.xml" Id="Rd4b3cdc0ef5440da" /><Relationship Type="http://schemas.openxmlformats.org/officeDocument/2006/relationships/slide" Target="/ppt/slides/slide1.xml" Id="Rbbfc75c8c3a943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0c420e36ac445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a9f0d99c0e4a9c" /><Relationship Type="http://schemas.openxmlformats.org/officeDocument/2006/relationships/notesMaster" Target="/ppt/notesMasters/notesMaster1.xml" Id="Rbb93bb9fd77a4d2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性能数字受评估协议约束，效率数字也必须绑定部署配置。8 卡对比中，RLinf colocated 的 actor/rollout 为 49.15/170.34 秒，低于 SimpleVLA 的 94.05/189.33 秒；但 disaggregated 的 rollout 达到 546.64 秒，Hybrid 也有不同成本。再看 1、2、4 节点，actor 与 generate 会随模式和规模变化。因此选型应先固定节点数、模式和指标，再判断哪条路径更合适。</a:t>
            </a:r>
          </a:p>
          <a:p xmlns:a="http://schemas.openxmlformats.org/drawingml/2006/main">
            <a:r>
              <a:t>讲述提示：先读 8 卡横向对照，再指向矩阵的模式行与节点列，最后强调没有脱离配置的单一“更快”。</a:t>
            </a:r>
          </a:p>
          <a:p xmlns:a="http://schemas.openxmlformats.org/drawingml/2006/main">
            <a:r>
              <a:t>[Sources] p6-table-2-crop · p8-table-1-crop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d3994f9ce54c5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dd75e8d3cef48e9" /><Relationship Type="http://schemas.openxmlformats.org/officeDocument/2006/relationships/slideLayout" Target="/ppt/slideLayouts/slideLayout1.xml" Id="R518e396ea7ca4e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8e396ea7ca4e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831430469449e5" /><Relationship Type="http://schemas.openxmlformats.org/officeDocument/2006/relationships/notesSlide" Target="/ppt/notesSlides/notesSlide1.xml" Id="R0878e7aef3ae49d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1-top-rule">
            <a:extLst xmlns:a="http://schemas.openxmlformats.org/drawingml/2006/main">
              <a:ext uri="{FF2B5EF4-FFF2-40B4-BE49-F238E27FC236}">
                <a16:creationId xmlns:a16="http://schemas.microsoft.com/office/drawing/2014/main" id="{054F0FEC-7EA1-4D1A-8BFA-EFC088BD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E3"/>
            </a:solidFill>
            <a:prstDash val="solid"/>
          </a:ln>
        </p:spPr>
      </p:sp>
      <p:sp>
        <p:nvSpPr>
          <p:cNvPr id="2" name="slide-1-page">
            <a:extLst xmlns:a="http://schemas.openxmlformats.org/drawingml/2006/main">
              <a:ext uri="{FF2B5EF4-FFF2-40B4-BE49-F238E27FC236}">
                <a16:creationId xmlns:a16="http://schemas.microsoft.com/office/drawing/2014/main" id="{9E432806-456F-438F-8DF2-46B538FAC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36270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0">
                <a:solidFill>
                  <a:srgbClr val="5C718A"/>
                </a:solidFill>
              </a:defRPr>
            </a:pPr>
            <a:r>
              <a:rPr sz="900" b="0">
                <a:solidFill>
                  <a:srgbClr val="5C718A"/>
                </a:solidFill>
              </a:rPr>
              <a:t>01 / 01</a:t>
            </a:r>
          </a:p>
        </p:txBody>
      </p:sp>
      <p:sp>
        <p:nvSpPr>
          <p:cNvPr id="3" name="s8-kicker">
            <a:extLst xmlns:a="http://schemas.openxmlformats.org/drawingml/2006/main">
              <a:ext uri="{FF2B5EF4-FFF2-40B4-BE49-F238E27FC236}">
                <a16:creationId xmlns:a16="http://schemas.microsoft.com/office/drawing/2014/main" id="{DDF84DCC-00D2-44A7-B082-16D26E93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245CB7"/>
                </a:solidFill>
              </a:defRPr>
            </a:pPr>
            <a:r>
              <a:rPr sz="975" b="1">
                <a:solidFill>
                  <a:srgbClr val="245CB7"/>
                </a:solidFill>
              </a:rPr>
              <a:t>PAPER EVIDENCE</a:t>
            </a:r>
          </a:p>
        </p:txBody>
      </p:sp>
      <p:sp>
        <p:nvSpPr>
          <p:cNvPr id="4" name="s8-title">
            <a:extLst xmlns:a="http://schemas.openxmlformats.org/drawingml/2006/main">
              <a:ext uri="{FF2B5EF4-FFF2-40B4-BE49-F238E27FC236}">
                <a16:creationId xmlns:a16="http://schemas.microsoft.com/office/drawing/2014/main" id="{934B8826-A388-4CB6-B2B7-65C40E72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7620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75" b="1">
                <a:solidFill>
                  <a:srgbClr val="13233A"/>
                </a:solidFill>
              </a:defRPr>
            </a:pPr>
            <a:r>
              <a:rPr sz="2775" b="1">
                <a:solidFill>
                  <a:srgbClr val="13233A"/>
                </a:solidFill>
              </a:rPr>
              <a:t>8 卡条件下，colocated 更有竞争力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876300" y="2247900"/>
          <a:ext xmlns:a="http://schemas.openxmlformats.org/drawingml/2006/main" cx="9906000" cy="3333750"/>
        </p:xfrm>
        <a:graphic xmlns:a="http://schemas.openxmlformats.org/drawingml/2006/main">
          <a:graphicData uri="http://schemas.openxmlformats.org/drawingml/2006/table">
            <a:tbl>
              <a:tblPr firstRow="1" firstCol="1" bandRow="0"/>
              <a:tblGrid>
                <a:gridCol w="3302000"/>
                <a:gridCol w="3302000"/>
                <a:gridCol w="3302000"/>
              </a:tblGrid>
              <a:tr h="55562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5F7FA"/>
                          </a:solidFill>
                        </a:rPr>
                        <a:t>8卡​</a:t>
                      </a:r>
                    </a:p>
                  </a:txBody>
                  <a:tcPr marL="91440" marR="91440" marT="45720" marB="45720">
                    <a:lnB w="19050">
                      <a:solidFill>
                        <a:srgbClr val="C9D5E3"/>
                      </a:solidFill>
                    </a:lnB>
                    <a:solidFill>
                      <a:srgbClr val="245C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5F7FA"/>
                          </a:solidFill>
                        </a:rPr>
                        <a:t>actor（s）​</a:t>
                      </a:r>
                    </a:p>
                  </a:txBody>
                  <a:tcPr marL="91440" marR="91440" marT="45720" marB="45720">
                    <a:lnB w="19050">
                      <a:solidFill>
                        <a:srgbClr val="C9D5E3"/>
                      </a:solidFill>
                    </a:lnB>
                    <a:solidFill>
                      <a:srgbClr val="245C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5F7FA"/>
                          </a:solidFill>
                        </a:rPr>
                        <a:t>rollout（s）​</a:t>
                      </a:r>
                    </a:p>
                  </a:txBody>
                  <a:tcPr marL="91440" marR="91440" marT="45720" marB="45720">
                    <a:lnB w="19050">
                      <a:solidFill>
                        <a:srgbClr val="C9D5E3"/>
                      </a:solidFill>
                    </a:lnB>
                    <a:solidFill>
                      <a:srgbClr val="245CB7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3233A"/>
                          </a:solidFill>
                        </a:rPr>
                        <a:t>Colocated​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49.15​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170.34​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3233A"/>
                          </a:solidFill>
                        </a:rPr>
                        <a:t>Disaggregated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90.67​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546.64​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3233A"/>
                          </a:solidFill>
                        </a:rPr>
                        <a:t>Hybrid(pipe=1)​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50.14​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303.7​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3233A"/>
                          </a:solidFill>
                        </a:rPr>
                        <a:t>Hybrid(pipe=2)​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49.91​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283.54​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3233A"/>
                          </a:solidFill>
                        </a:rPr>
                        <a:t>SimpleVLA​</a:t>
                      </a:r>
                    </a:p>
                  </a:txBody>
                  <a:tcPr marL="91440" marR="91440" marT="45720" marB="45720">
                    <a:lnB w="9525">
                      <a:solidFill>
                        <a:srgbClr val="C9D5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94.05​</a:t>
                      </a:r>
                    </a:p>
                  </a:txBody>
                  <a:tcPr marL="91440" marR="91440" marT="45720" marB="45720">
                    <a:lnB w="9525">
                      <a:solidFill>
                        <a:srgbClr val="C9D5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189.33​</a:t>
                      </a:r>
                    </a:p>
                  </a:txBody>
                  <a:tcPr marL="91440" marR="91440" marT="45720" marB="45720">
                    <a:lnB w="9525">
                      <a:solidFill>
                        <a:srgbClr val="C9D5E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8-caption">
            <a:extLst xmlns:a="http://schemas.openxmlformats.org/drawingml/2006/main">
              <a:ext uri="{FF2B5EF4-FFF2-40B4-BE49-F238E27FC236}">
                <a16:creationId xmlns:a16="http://schemas.microsoft.com/office/drawing/2014/main" id="{3CA677EF-DE6E-4C81-99B6-3B4D3E84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723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5C718A"/>
                </a:solidFill>
              </a:defRPr>
            </a:pPr>
            <a:r>
              <a:rPr sz="825" b="0">
                <a:solidFill>
                  <a:srgbClr val="5C718A"/>
                </a:solidFill>
              </a:rPr>
              <a:t>Paper table region on page 6</a:t>
            </a:r>
          </a:p>
        </p:txBody>
      </p:sp>
    </p:spTree>
    <p:extLst>
      <p:ext uri="{BB962C8B-B14F-4D97-AF65-F5344CB8AC3E}">
        <p14:creationId xmlns:p14="http://schemas.microsoft.com/office/powerpoint/2010/main" val="15805712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2026-07-30T15:20:09.0460000Z</dcterms:created>
  <dcterms:modified xsi:type="dcterms:W3CDTF">2026-07-30T15:20:09.0460000Z</dcterms:modified>
</coreProperties>
</file>