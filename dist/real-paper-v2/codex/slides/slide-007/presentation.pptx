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be096dcca41c4" /><Relationship Type="http://schemas.openxmlformats.org/officeDocument/2006/relationships/extended-properties" Target="/docProps/app.xml" Id="R3cec2a680c7246cd" /><Relationship Type="http://schemas.openxmlformats.org/officeDocument/2006/relationships/officeDocument" Target="/ppt/presentation.xml" Id="R6831c4029b8d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d94fdd679c4ac6"/>
  </p:sldMasterIdLst>
  <p:notesMasterIdLst>
    <p:notesMasterId xmlns:r="http://schemas.openxmlformats.org/officeDocument/2006/relationships" r:id="R649b7adc849345a5"/>
  </p:notesMasterIdLst>
  <p:sldIdLst>
    <p:sldId xmlns:r="http://schemas.openxmlformats.org/officeDocument/2006/relationships" id="256" r:id="Rb4d1a31bfcae42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cc3b86d7b4b98" /><Relationship Type="http://schemas.openxmlformats.org/officeDocument/2006/relationships/slideMaster" Target="/ppt/slideMasters/slideMaster1.xml" Id="R91d94fdd679c4ac6" /><Relationship Type="http://schemas.openxmlformats.org/officeDocument/2006/relationships/notesMaster" Target="/ppt/notesMasters/notesMaster1.xml" Id="R649b7adc849345a5" /><Relationship Type="http://schemas.openxmlformats.org/officeDocument/2006/relationships/presProps" Target="/ppt/presProps.xml" Id="R73b558546fd34af7" /><Relationship Type="http://schemas.openxmlformats.org/officeDocument/2006/relationships/tableStyles" Target="/ppt/tableStyles.xml" Id="Ra168aae1bf35404e" /><Relationship Type="http://schemas.openxmlformats.org/officeDocument/2006/relationships/slide" Target="/ppt/slides/slide1.xml" Id="Rb4d1a31bfcae42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ba7248ae9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58ebee9ebb4d3d" /><Relationship Type="http://schemas.openxmlformats.org/officeDocument/2006/relationships/notesMaster" Target="/ppt/notesMasters/notesMaster1.xml" Id="R3f72b53e602e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平均增益成立后，还要看单任务结果是否依赖评估协议。place_empty_cup 中，pi0 与 pi05 的 SFT 起点不同；OFT 在 Temp_eval=-1 与 1.6 下的 PPO、GRPO 结果也不同，部分温度结果没有重跑，RL 统一取 50 step。因此这些数字适合作为敏感性证据，而不是方法独立能力。复现时应同时报告初始化、评估温度、训练步数和重跑状态，随后转向系统运行成本。</a:t>
            </a:r>
          </a:p>
          <a:p xmlns:a="http://schemas.openxmlformats.org/drawingml/2006/main">
            <a:r>
              <a:t>讲述提示：先读两组不同 SFT 基线，再指向温度变化，最后强调单点结果的边界。</a:t>
            </a:r>
          </a:p>
          <a:p xmlns:a="http://schemas.openxmlformats.org/drawingml/2006/main">
            <a:r>
              <a:t>[Sources] p1-table-1-crop · p1-table-2-crop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71cab2541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38a6bbc1a4714" /><Relationship Type="http://schemas.openxmlformats.org/officeDocument/2006/relationships/slideLayout" Target="/ppt/slideLayouts/slideLayout1.xml" Id="R41c4c6b867db45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4c6b867db45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969ae9a684c63" /><Relationship Type="http://schemas.openxmlformats.org/officeDocument/2006/relationships/notesSlide" Target="/ppt/notesSlides/notesSlide1.xml" Id="Rea34b44fc427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4DACF61D-2FAF-436B-B832-3802B1BB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01ABAA02-025D-40D6-BDF0-8CC3602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7-answer-kicker">
            <a:extLst xmlns:a="http://schemas.openxmlformats.org/drawingml/2006/main">
              <a:ext uri="{FF2B5EF4-FFF2-40B4-BE49-F238E27FC236}">
                <a16:creationId xmlns:a16="http://schemas.microsoft.com/office/drawing/2014/main" id="{9678A485-925F-4666-A24E-AE75099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THE ANSWER</a:t>
            </a:r>
          </a:p>
        </p:txBody>
      </p:sp>
      <p:sp>
        <p:nvSpPr>
          <p:cNvPr id="4" name="s7-answer-title">
            <a:extLst xmlns:a="http://schemas.openxmlformats.org/drawingml/2006/main">
              <a:ext uri="{FF2B5EF4-FFF2-40B4-BE49-F238E27FC236}">
                <a16:creationId xmlns:a16="http://schemas.microsoft.com/office/drawing/2014/main" id="{061EFA67-D397-4CEB-80BE-8F01B0E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3233A"/>
                </a:solidFill>
              </a:defRPr>
            </a:pPr>
            <a:r>
              <a:rPr sz="3600" b="1">
                <a:solidFill>
                  <a:srgbClr val="13233A"/>
                </a:solidFill>
              </a:rPr>
              <a:t>初始化与评估温度会改变单点 SSR</a:t>
            </a:r>
          </a:p>
        </p:txBody>
      </p:sp>
      <p:sp>
        <p:nvSpPr>
          <p:cNvPr id="5" name="s7-answer-claim">
            <a:extLst xmlns:a="http://schemas.openxmlformats.org/drawingml/2006/main">
              <a:ext uri="{FF2B5EF4-FFF2-40B4-BE49-F238E27FC236}">
                <a16:creationId xmlns:a16="http://schemas.microsoft.com/office/drawing/2014/main" id="{C8A7B22B-55FF-4C59-A042-B64B715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C718A"/>
                </a:solidFill>
              </a:defRPr>
            </a:pPr>
            <a:r>
              <a:rPr sz="1275" b="0">
                <a:solidFill>
                  <a:srgbClr val="5C718A"/>
                </a:solidFill>
              </a:rPr>
              <a:t>在 place_empty_cup 上，pi0 与 pi05 的 SFT 基线不同，OFT 在 Temp_eval=-1 与 1.6 下的 PPO/GRPO 结果也不同；部分温度结果未重跑，且 RL 结果统一取 50 step。</a:t>
            </a:r>
          </a:p>
        </p:txBody>
      </p:sp>
      <p:sp>
        <p:nvSpPr>
          <p:cNvPr id="6" name="s7-answer-point-1-label">
            <a:extLst xmlns:a="http://schemas.openxmlformats.org/drawingml/2006/main">
              <a:ext uri="{FF2B5EF4-FFF2-40B4-BE49-F238E27FC236}">
                <a16:creationId xmlns:a16="http://schemas.microsoft.com/office/drawing/2014/main" id="{6EB683AA-62BF-4F6E-9C32-1B91002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起点不同</a:t>
            </a:r>
          </a:p>
        </p:txBody>
      </p:sp>
      <p:sp>
        <p:nvSpPr>
          <p:cNvPr id="7" name="s7-answer-point-1">
            <a:extLst xmlns:a="http://schemas.openxmlformats.org/drawingml/2006/main">
              <a:ext uri="{FF2B5EF4-FFF2-40B4-BE49-F238E27FC236}">
                <a16:creationId xmlns:a16="http://schemas.microsoft.com/office/drawing/2014/main" id="{95ECF39F-931E-4F4B-B274-50022D74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pi0 的 SFT 为 45.31%，pi05 为 85.16%；RL 增益不能脱离初始模型比较。</a:t>
            </a:r>
          </a:p>
        </p:txBody>
      </p:sp>
      <p:sp>
        <p:nvSpPr>
          <p:cNvPr id="8" name="s7-answer-point-1-rule">
            <a:extLst xmlns:a="http://schemas.openxmlformats.org/drawingml/2006/main">
              <a:ext uri="{FF2B5EF4-FFF2-40B4-BE49-F238E27FC236}">
                <a16:creationId xmlns:a16="http://schemas.microsoft.com/office/drawing/2014/main" id="{DE0388E6-295F-4D7D-AE12-BE4E7B3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9" name="s7-answer-point-2-label">
            <a:extLst xmlns:a="http://schemas.openxmlformats.org/drawingml/2006/main">
              <a:ext uri="{FF2B5EF4-FFF2-40B4-BE49-F238E27FC236}">
                <a16:creationId xmlns:a16="http://schemas.microsoft.com/office/drawing/2014/main" id="{E10C84CF-ABFD-473E-A723-6F3DA24A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温度改变结果</a:t>
            </a:r>
          </a:p>
        </p:txBody>
      </p:sp>
      <p:sp>
        <p:nvSpPr>
          <p:cNvPr id="10" name="s7-answer-point-2">
            <a:extLst xmlns:a="http://schemas.openxmlformats.org/drawingml/2006/main">
              <a:ext uri="{FF2B5EF4-FFF2-40B4-BE49-F238E27FC236}">
                <a16:creationId xmlns:a16="http://schemas.microsoft.com/office/drawing/2014/main" id="{430EF2ED-82EE-4BB0-AF69-6B64D25F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OFT 的 PPO/GRPO 在 Temp_eval=-1 与 1.6 下呈现不同 SSR，评估温度应随数字一并报告。</a:t>
            </a:r>
          </a:p>
        </p:txBody>
      </p:sp>
      <p:sp>
        <p:nvSpPr>
          <p:cNvPr id="11" name="s7-answer-point-2-rule">
            <a:extLst xmlns:a="http://schemas.openxmlformats.org/drawingml/2006/main">
              <a:ext uri="{FF2B5EF4-FFF2-40B4-BE49-F238E27FC236}">
                <a16:creationId xmlns:a16="http://schemas.microsoft.com/office/drawing/2014/main" id="{5B6A77C5-D834-4D10-A474-DB86F43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7-answer-point-3-label">
            <a:extLst xmlns:a="http://schemas.openxmlformats.org/drawingml/2006/main">
              <a:ext uri="{FF2B5EF4-FFF2-40B4-BE49-F238E27FC236}">
                <a16:creationId xmlns:a16="http://schemas.microsoft.com/office/drawing/2014/main" id="{704C0AD0-A3AE-4E4D-8ED2-FF5D0DF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D65F42"/>
                </a:solidFill>
              </a:defRPr>
            </a:pPr>
            <a:r>
              <a:rPr sz="750" b="1">
                <a:solidFill>
                  <a:srgbClr val="D65F42"/>
                </a:solidFill>
              </a:rPr>
              <a:t>口径需固定</a:t>
            </a:r>
          </a:p>
        </p:txBody>
      </p:sp>
      <p:sp>
        <p:nvSpPr>
          <p:cNvPr id="13" name="s7-answer-point-3">
            <a:extLst xmlns:a="http://schemas.openxmlformats.org/drawingml/2006/main">
              <a:ext uri="{FF2B5EF4-FFF2-40B4-BE49-F238E27FC236}">
                <a16:creationId xmlns:a16="http://schemas.microsoft.com/office/drawing/2014/main" id="{DB86BC23-44F5-499A-A107-97836EC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相关温度结果部分未重跑，且 RL 结果统一取 50 step；复现时必须注明重跑状态与训练步数。</a:t>
            </a:r>
          </a:p>
        </p:txBody>
      </p:sp>
      <p:sp>
        <p:nvSpPr>
          <p:cNvPr id="14" name="s7-boundary-rule">
            <a:extLst xmlns:a="http://schemas.openxmlformats.org/drawingml/2006/main">
              <a:ext uri="{FF2B5EF4-FFF2-40B4-BE49-F238E27FC236}">
                <a16:creationId xmlns:a16="http://schemas.microsoft.com/office/drawing/2014/main" id="{3773A928-09E6-4419-A08B-6209B090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5" name="s7-boundary-label">
            <a:extLst xmlns:a="http://schemas.openxmlformats.org/drawingml/2006/main">
              <a:ext uri="{FF2B5EF4-FFF2-40B4-BE49-F238E27FC236}">
                <a16:creationId xmlns:a16="http://schemas.microsoft.com/office/drawing/2014/main" id="{A5207EF2-C394-47AE-88D2-03B7AB90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因此</a:t>
            </a:r>
          </a:p>
        </p:txBody>
      </p:sp>
      <p:sp>
        <p:nvSpPr>
          <p:cNvPr id="16" name="s7-boundary">
            <a:extLst xmlns:a="http://schemas.openxmlformats.org/drawingml/2006/main">
              <a:ext uri="{FF2B5EF4-FFF2-40B4-BE49-F238E27FC236}">
                <a16:creationId xmlns:a16="http://schemas.microsoft.com/office/drawing/2014/main" id="{42307491-0363-4936-8378-27A0A819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跨任务平均结果优先于单任务单温度结果。</a:t>
            </a:r>
          </a:p>
        </p:txBody>
      </p:sp>
    </p:spTree>
    <p:extLst>
      <p:ext uri="{BB962C8B-B14F-4D97-AF65-F5344CB8AC3E}">
        <p14:creationId xmlns:p14="http://schemas.microsoft.com/office/powerpoint/2010/main" val="1018660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2026-07-30T15:20:06.5320000Z</dcterms:created>
  <dcterms:modified xsi:type="dcterms:W3CDTF">2026-07-30T15:20:06.5320000Z</dcterms:modified>
</coreProperties>
</file>