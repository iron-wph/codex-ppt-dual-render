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e984824ca774147" /><Relationship Type="http://schemas.openxmlformats.org/officeDocument/2006/relationships/extended-properties" Target="/docProps/app.xml" Id="Rb234d7a953f243a8" /><Relationship Type="http://schemas.openxmlformats.org/officeDocument/2006/relationships/officeDocument" Target="/ppt/presentation.xml" Id="R1324225f830d4e9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005be2055014a73"/>
  </p:sldMasterIdLst>
  <p:notesMasterIdLst>
    <p:notesMasterId xmlns:r="http://schemas.openxmlformats.org/officeDocument/2006/relationships" r:id="R472609caecbf4ed6"/>
  </p:notesMasterIdLst>
  <p:sldIdLst>
    <p:sldId xmlns:r="http://schemas.openxmlformats.org/officeDocument/2006/relationships" id="256" r:id="Rb4e5aa8b551f4bc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e097cb0ad3942f8" /><Relationship Type="http://schemas.openxmlformats.org/officeDocument/2006/relationships/slideMaster" Target="/ppt/slideMasters/slideMaster1.xml" Id="R8005be2055014a73" /><Relationship Type="http://schemas.openxmlformats.org/officeDocument/2006/relationships/notesMaster" Target="/ppt/notesMasters/notesMaster1.xml" Id="R472609caecbf4ed6" /><Relationship Type="http://schemas.openxmlformats.org/officeDocument/2006/relationships/presProps" Target="/ppt/presProps.xml" Id="R81f9303d67304a49" /><Relationship Type="http://schemas.openxmlformats.org/officeDocument/2006/relationships/tableStyles" Target="/ppt/tableStyles.xml" Id="Rb87bbc1e4dbf4d20" /><Relationship Type="http://schemas.openxmlformats.org/officeDocument/2006/relationships/slide" Target="/ppt/slides/slide1.xml" Id="Rb4e5aa8b551f4bc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8784a12b93846c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e3651a804ff45e1" /><Relationship Type="http://schemas.openxmlformats.org/officeDocument/2006/relationships/notesMaster" Target="/ppt/notesMasters/notesMaster1.xml" Id="Rdd80ad053f5b48c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先把比较边界锁定。SFT 与 RL 共用 1,000 个 RoboTwin 随机 seed，使用双臂 Piper；评估再加入 128 个未见 seed，因此 SSR 反映的是随机化场景下的泛化，而不是固定布局记忆。背景、杂乱度、光照、桌高和语言都会变化，Python、系统和 GPU 也会影响可用 seed 与初始 SSR，所以本文统一采用 8 卡 A800。后面所有数字都只能在这个实验契约内理解。</a:t>
            </a:r>
          </a:p>
          <a:p xmlns:a="http://schemas.openxmlformats.org/drawingml/2006/main">
            <a:r>
              <a:t>讲述提示：依次强调 1,000、128 和 8 卡三个契约指标；右侧快照只作为语义证据补充，不承担唯一阅读任务。</a:t>
            </a:r>
          </a:p>
          <a:p xmlns:a="http://schemas.openxmlformats.org/drawingml/2006/main">
            <a:r>
              <a:t>[Sources] p1-snapshot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c37158e4d84af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d7f6c2019444a02" /><Relationship Type="http://schemas.openxmlformats.org/officeDocument/2006/relationships/slideLayout" Target="/ppt/slideLayouts/slideLayout1.xml" Id="R69a2a41ca8bd427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9a2a41ca8bd427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e4bf6c0daf4785" /><Relationship Type="http://schemas.openxmlformats.org/officeDocument/2006/relationships/image" Target="/ppt/media/image.png" Id="Rcff91385f32d4a62" /><Relationship Type="http://schemas.openxmlformats.org/officeDocument/2006/relationships/notesSlide" Target="/ppt/notesSlides/notesSlide1.xml" Id="R8d1963d6e1384af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1-top-rule">
            <a:extLst xmlns:a="http://schemas.openxmlformats.org/drawingml/2006/main">
              <a:ext uri="{FF2B5EF4-FFF2-40B4-BE49-F238E27FC236}">
                <a16:creationId xmlns:a16="http://schemas.microsoft.com/office/drawing/2014/main" id="{80E0C0D2-2FB3-4C9F-B347-55015D913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5E3"/>
            </a:solidFill>
            <a:prstDash val="solid"/>
          </a:ln>
        </p:spPr>
      </p:sp>
      <p:sp>
        <p:nvSpPr>
          <p:cNvPr id="2" name="slide-1-page">
            <a:extLst xmlns:a="http://schemas.openxmlformats.org/drawingml/2006/main">
              <a:ext uri="{FF2B5EF4-FFF2-40B4-BE49-F238E27FC236}">
                <a16:creationId xmlns:a16="http://schemas.microsoft.com/office/drawing/2014/main" id="{159E0E25-F18A-456F-86A9-CDE6A81FB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36270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0">
                <a:solidFill>
                  <a:srgbClr val="5C718A"/>
                </a:solidFill>
              </a:defRPr>
            </a:pPr>
            <a:r>
              <a:rPr sz="900" b="0">
                <a:solidFill>
                  <a:srgbClr val="5C718A"/>
                </a:solidFill>
              </a:rPr>
              <a:t>01 / 01</a:t>
            </a:r>
          </a:p>
        </p:txBody>
      </p:sp>
      <p:sp>
        <p:nvSpPr>
          <p:cNvPr id="3" name="s2-eyebrow">
            <a:extLst xmlns:a="http://schemas.openxmlformats.org/drawingml/2006/main">
              <a:ext uri="{FF2B5EF4-FFF2-40B4-BE49-F238E27FC236}">
                <a16:creationId xmlns:a16="http://schemas.microsoft.com/office/drawing/2014/main" id="{560E03B7-16E4-4EE8-AA41-F48C2FA95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245CB7"/>
                </a:solidFill>
              </a:defRPr>
            </a:pPr>
            <a:r>
              <a:rPr sz="1050" b="1">
                <a:solidFill>
                  <a:srgbClr val="245CB7"/>
                </a:solidFill>
              </a:rPr>
              <a:t>RESEARCH BRIEF</a:t>
            </a:r>
          </a:p>
        </p:txBody>
      </p:sp>
      <p:sp>
        <p:nvSpPr>
          <p:cNvPr id="4" name="s2-title">
            <a:extLst xmlns:a="http://schemas.openxmlformats.org/drawingml/2006/main">
              <a:ext uri="{FF2B5EF4-FFF2-40B4-BE49-F238E27FC236}">
                <a16:creationId xmlns:a16="http://schemas.microsoft.com/office/drawing/2014/main" id="{55CCE8C8-61E6-4F51-99D5-8931F3D75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5334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4200" b="1">
                <a:solidFill>
                  <a:srgbClr val="13233A"/>
                </a:solidFill>
              </a:defRPr>
            </a:pPr>
            <a:r>
              <a:rPr sz="4200" b="1">
                <a:solidFill>
                  <a:srgbClr val="13233A"/>
                </a:solidFill>
              </a:rPr>
              <a:t>先锁定实验契约，再谈 SSR 增益</a:t>
            </a:r>
          </a:p>
        </p:txBody>
      </p:sp>
      <p:sp>
        <p:nvSpPr>
          <p:cNvPr id="5" name="s2-hero-frame">
            <a:extLst xmlns:a="http://schemas.openxmlformats.org/drawingml/2006/main">
              <a:ext uri="{FF2B5EF4-FFF2-40B4-BE49-F238E27FC236}">
                <a16:creationId xmlns:a16="http://schemas.microsoft.com/office/drawing/2014/main" id="{1C720BA4-2645-4A84-B38A-E796D04FD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990600"/>
            <a:ext cx="4857750" cy="3981450"/>
          </a:xfrm>
          <a:prstGeom xmlns:a="http://schemas.openxmlformats.org/drawingml/2006/main" prst="roundRect">
            <a:avLst>
              <a:gd name="adj" fmla="val 28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E3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f91385f32d4a62"/>
          <a:srcRect xmlns:a="http://schemas.openxmlformats.org/drawingml/2006/main" l="0" t="21559" r="0" b="215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24650" y="1143000"/>
            <a:ext cx="4552950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s2-note-bg">
            <a:extLst xmlns:a="http://schemas.openxmlformats.org/drawingml/2006/main">
              <a:ext uri="{FF2B5EF4-FFF2-40B4-BE49-F238E27FC236}">
                <a16:creationId xmlns:a16="http://schemas.microsoft.com/office/drawing/2014/main" id="{D302505D-5F05-466D-B6E1-CD4075E7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107442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E3"/>
            </a:solidFill>
            <a:prstDash val="solid"/>
          </a:ln>
        </p:spPr>
      </p:sp>
      <p:sp>
        <p:nvSpPr>
          <p:cNvPr id="8" name="s2-note-label">
            <a:extLst xmlns:a="http://schemas.openxmlformats.org/drawingml/2006/main">
              <a:ext uri="{FF2B5EF4-FFF2-40B4-BE49-F238E27FC236}">
                <a16:creationId xmlns:a16="http://schemas.microsoft.com/office/drawing/2014/main" id="{ADAB676A-9C89-47FB-A3BF-6A06DD4B5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4832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245CB7"/>
                </a:solidFill>
              </a:defRPr>
            </a:pPr>
            <a:r>
              <a:rPr sz="900" b="1">
                <a:solidFill>
                  <a:srgbClr val="245CB7"/>
                </a:solidFill>
              </a:rPr>
              <a:t>CORE CLAIM</a:t>
            </a:r>
          </a:p>
        </p:txBody>
      </p:sp>
      <p:sp>
        <p:nvSpPr>
          <p:cNvPr id="9" name="s2-note-value">
            <a:extLst xmlns:a="http://schemas.openxmlformats.org/drawingml/2006/main">
              <a:ext uri="{FF2B5EF4-FFF2-40B4-BE49-F238E27FC236}">
                <a16:creationId xmlns:a16="http://schemas.microsoft.com/office/drawing/2014/main" id="{ED6FBE4D-9FD1-4A14-9FF2-D07116E65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600700"/>
            <a:ext cx="819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13233A"/>
                </a:solidFill>
              </a:defRPr>
            </a:pPr>
            <a:r>
              <a:rPr sz="1275" b="1">
                <a:solidFill>
                  <a:srgbClr val="13233A"/>
                </a:solidFill>
              </a:rPr>
              <a:t>SFT 与 RL 使用同一组 1,000 个 RoboTwin 随机 seed，评估使用额外 128 个未见 seed，采用 Piper 双臂，并统一在 8 卡 A800 平台上运行。</a:t>
            </a:r>
          </a:p>
        </p:txBody>
      </p:sp>
    </p:spTree>
    <p:extLst>
      <p:ext uri="{BB962C8B-B14F-4D97-AF65-F5344CB8AC3E}">
        <p14:creationId xmlns:p14="http://schemas.microsoft.com/office/powerpoint/2010/main" val="9919967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2026-07-30T15:19:57.2110000Z</dcterms:created>
  <dcterms:modified xsi:type="dcterms:W3CDTF">2026-07-30T15:19:57.2110000Z</dcterms:modified>
</coreProperties>
</file>