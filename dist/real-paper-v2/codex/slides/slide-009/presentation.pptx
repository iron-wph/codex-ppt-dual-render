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2727437d39487b" /><Relationship Type="http://schemas.openxmlformats.org/officeDocument/2006/relationships/extended-properties" Target="/docProps/app.xml" Id="R09fddf23047349b2" /><Relationship Type="http://schemas.openxmlformats.org/officeDocument/2006/relationships/officeDocument" Target="/ppt/presentation.xml" Id="Ra7fb400a30a942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dc57c2a314b7c"/>
  </p:sldMasterIdLst>
  <p:notesMasterIdLst>
    <p:notesMasterId xmlns:r="http://schemas.openxmlformats.org/officeDocument/2006/relationships" r:id="R182f8e69c8ab4879"/>
  </p:notesMasterIdLst>
  <p:sldIdLst>
    <p:sldId xmlns:r="http://schemas.openxmlformats.org/officeDocument/2006/relationships" id="256" r:id="R728b42a3a5814d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58e21c0a384746" /><Relationship Type="http://schemas.openxmlformats.org/officeDocument/2006/relationships/slideMaster" Target="/ppt/slideMasters/slideMaster1.xml" Id="Rf8edc57c2a314b7c" /><Relationship Type="http://schemas.openxmlformats.org/officeDocument/2006/relationships/notesMaster" Target="/ppt/notesMasters/notesMaster1.xml" Id="R182f8e69c8ab4879" /><Relationship Type="http://schemas.openxmlformats.org/officeDocument/2006/relationships/presProps" Target="/ppt/presProps.xml" Id="R057ef8c9461a42d9" /><Relationship Type="http://schemas.openxmlformats.org/officeDocument/2006/relationships/tableStyles" Target="/ppt/tableStyles.xml" Id="Raa072b67c09e4cac" /><Relationship Type="http://schemas.openxmlformats.org/officeDocument/2006/relationships/slide" Target="/ppt/slides/slide1.xml" Id="R728b42a3a581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fb739c1170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e2bd4a501841c9" /><Relationship Type="http://schemas.openxmlformats.org/officeDocument/2006/relationships/notesMaster" Target="/ppt/notesMasters/notesMaster1.xml" Id="R537549275054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现在回到开场问题。固定 RoboTwin seed、OOD 评估口径和 8 卡 A800 后，RLinf 在 8 个任务上的平均 train SSR 从 24.48% 提升到 84.63%，colocated 下 actor 和 rollout 也具竞争力。但两边在精度、学习率、LoRA、轨迹收集和 reward 设计上并不完全一致，所以结论应归因于完整训练系统，而不是单一算法组件。复现或引用时，必须同时报告这些采用条件与边界。</a:t>
            </a:r>
          </a:p>
          <a:p xmlns:a="http://schemas.openxmlformats.org/drawingml/2006/main">
            <a:r>
              <a:t>讲述提示：先给出答案，再读性能和效率证据，最后明确“系统结论，不是纯算法因果”。</a:t>
            </a:r>
          </a:p>
          <a:p xmlns:a="http://schemas.openxmlformats.org/drawingml/2006/main">
            <a:r>
              <a:t>[Sources] p6-table-1 · p6-table-2-crop · p4-table-1-crop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47bb05c84143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d34e2a9f2d44ba" /><Relationship Type="http://schemas.openxmlformats.org/officeDocument/2006/relationships/slideLayout" Target="/ppt/slideLayouts/slideLayout1.xml" Id="R53fbb6d991a746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fbb6d991a746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650243c4a4662" /><Relationship Type="http://schemas.openxmlformats.org/officeDocument/2006/relationships/notesSlide" Target="/ppt/notesSlides/notesSlide1.xml" Id="R598d092fd20444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0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337B8654-30D1-44CF-A788-0941EBC0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A3D9F090-9D14-4FD6-95BD-83E3800D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s9-answer-kicker">
            <a:extLst xmlns:a="http://schemas.openxmlformats.org/drawingml/2006/main">
              <a:ext uri="{FF2B5EF4-FFF2-40B4-BE49-F238E27FC236}">
                <a16:creationId xmlns:a16="http://schemas.microsoft.com/office/drawing/2014/main" id="{FF851A66-EEBD-4057-AC0B-43BDBABE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245CB7"/>
                </a:solidFill>
              </a:defRPr>
            </a:pPr>
            <a:r>
              <a:rPr sz="900" b="1">
                <a:solidFill>
                  <a:srgbClr val="245CB7"/>
                </a:solidFill>
              </a:rPr>
              <a:t>THE ANSWER</a:t>
            </a:r>
          </a:p>
        </p:txBody>
      </p:sp>
      <p:sp>
        <p:nvSpPr>
          <p:cNvPr id="4" name="s9-answer-title">
            <a:extLst xmlns:a="http://schemas.openxmlformats.org/drawingml/2006/main">
              <a:ext uri="{FF2B5EF4-FFF2-40B4-BE49-F238E27FC236}">
                <a16:creationId xmlns:a16="http://schemas.microsoft.com/office/drawing/2014/main" id="{9BC2BF13-11E7-407F-BDAB-07B725B8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47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3233A"/>
                </a:solidFill>
              </a:defRPr>
            </a:pPr>
            <a:r>
              <a:rPr sz="3600" b="1">
                <a:solidFill>
                  <a:srgbClr val="13233A"/>
                </a:solidFill>
              </a:rPr>
              <a:t>可信的是受控系统增益，纯算法优越性尚未证实</a:t>
            </a:r>
          </a:p>
        </p:txBody>
      </p:sp>
      <p:sp>
        <p:nvSpPr>
          <p:cNvPr id="5" name="s9-answer-claim">
            <a:extLst xmlns:a="http://schemas.openxmlformats.org/drawingml/2006/main">
              <a:ext uri="{FF2B5EF4-FFF2-40B4-BE49-F238E27FC236}">
                <a16:creationId xmlns:a16="http://schemas.microsoft.com/office/drawing/2014/main" id="{FE95094C-F520-4BB7-9EEC-D4FEC548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C718A"/>
                </a:solidFill>
              </a:defRPr>
            </a:pPr>
            <a:r>
              <a:rPr sz="1275" b="0">
                <a:solidFill>
                  <a:srgbClr val="5C718A"/>
                </a:solidFill>
              </a:rPr>
              <a:t>在固定 RoboTwin seed、OOD 评估口径和 8 卡 A800 条件下，RLinf 的 RL 训练在 8 个任务上将平均 train SSR 从 24.48% 提升到 84.63%，并在 colocated 配置下表现出有竞争力的 actor/rollout 时间；但精度、超参数、轨迹收集和 reward 设计差异使其不能被表述为纯算法因果结论。</a:t>
            </a:r>
          </a:p>
        </p:txBody>
      </p:sp>
      <p:sp>
        <p:nvSpPr>
          <p:cNvPr id="6" name="s9-answer-point-1-label">
            <a:extLst xmlns:a="http://schemas.openxmlformats.org/drawingml/2006/main">
              <a:ext uri="{FF2B5EF4-FFF2-40B4-BE49-F238E27FC236}">
                <a16:creationId xmlns:a16="http://schemas.microsoft.com/office/drawing/2014/main" id="{DFAC819F-828B-4CD5-8276-F39FBA9B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答案：性能成立</a:t>
            </a:r>
          </a:p>
        </p:txBody>
      </p:sp>
      <p:sp>
        <p:nvSpPr>
          <p:cNvPr id="7" name="s9-answer-point-1">
            <a:extLst xmlns:a="http://schemas.openxmlformats.org/drawingml/2006/main">
              <a:ext uri="{FF2B5EF4-FFF2-40B4-BE49-F238E27FC236}">
                <a16:creationId xmlns:a16="http://schemas.microsoft.com/office/drawing/2014/main" id="{982422B4-EE76-4A93-88DB-64E1CDB0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8 个任务平均 train SSR：RLinf RL 84.63%，由 SFT 的 24.48% 提升；SimpleVLA RL 为 72.18%。</a:t>
            </a:r>
          </a:p>
        </p:txBody>
      </p:sp>
      <p:sp>
        <p:nvSpPr>
          <p:cNvPr id="8" name="s9-answer-point-1-rule">
            <a:extLst xmlns:a="http://schemas.openxmlformats.org/drawingml/2006/main">
              <a:ext uri="{FF2B5EF4-FFF2-40B4-BE49-F238E27FC236}">
                <a16:creationId xmlns:a16="http://schemas.microsoft.com/office/drawing/2014/main" id="{87D194E7-5021-423F-9FD4-A4AE9FAD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3840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9" name="s9-answer-point-2-label">
            <a:extLst xmlns:a="http://schemas.openxmlformats.org/drawingml/2006/main">
              <a:ext uri="{FF2B5EF4-FFF2-40B4-BE49-F238E27FC236}">
                <a16:creationId xmlns:a16="http://schemas.microsoft.com/office/drawing/2014/main" id="{02240E0D-A701-4B66-B31A-A1BFA6C6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245CB7"/>
                </a:solidFill>
              </a:defRPr>
            </a:pPr>
            <a:r>
              <a:rPr sz="750" b="1">
                <a:solidFill>
                  <a:srgbClr val="245CB7"/>
                </a:solidFill>
              </a:rPr>
              <a:t>采用条件：效率有范围</a:t>
            </a:r>
          </a:p>
        </p:txBody>
      </p:sp>
      <p:sp>
        <p:nvSpPr>
          <p:cNvPr id="10" name="s9-answer-point-2">
            <a:extLst xmlns:a="http://schemas.openxmlformats.org/drawingml/2006/main">
              <a:ext uri="{FF2B5EF4-FFF2-40B4-BE49-F238E27FC236}">
                <a16:creationId xmlns:a16="http://schemas.microsoft.com/office/drawing/2014/main" id="{F751B9D3-1A25-4E1B-9566-09A7BAFC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8 卡 colocated 下，RLinf actor/rollout 为 49.15/170.34 秒，优于 SimpleVLA 的 94.05/189.33 秒。</a:t>
            </a:r>
          </a:p>
        </p:txBody>
      </p:sp>
      <p:sp>
        <p:nvSpPr>
          <p:cNvPr id="11" name="s9-answer-point-2-rule">
            <a:extLst xmlns:a="http://schemas.openxmlformats.org/drawingml/2006/main">
              <a:ext uri="{FF2B5EF4-FFF2-40B4-BE49-F238E27FC236}">
                <a16:creationId xmlns:a16="http://schemas.microsoft.com/office/drawing/2014/main" id="{F0D4E0CC-6733-4605-BA38-901377E3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12" name="s9-answer-point-3-label">
            <a:extLst xmlns:a="http://schemas.openxmlformats.org/drawingml/2006/main">
              <a:ext uri="{FF2B5EF4-FFF2-40B4-BE49-F238E27FC236}">
                <a16:creationId xmlns:a16="http://schemas.microsoft.com/office/drawing/2014/main" id="{B37F0FDF-E29B-4DBF-9884-D7749BDE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528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D65F42"/>
                </a:solidFill>
              </a:defRPr>
            </a:pPr>
            <a:r>
              <a:rPr sz="750" b="1">
                <a:solidFill>
                  <a:srgbClr val="D65F42"/>
                </a:solidFill>
              </a:rPr>
              <a:t>边界：不能纯算法归因</a:t>
            </a:r>
          </a:p>
        </p:txBody>
      </p:sp>
      <p:sp>
        <p:nvSpPr>
          <p:cNvPr id="13" name="s9-answer-point-3">
            <a:extLst xmlns:a="http://schemas.openxmlformats.org/drawingml/2006/main">
              <a:ext uri="{FF2B5EF4-FFF2-40B4-BE49-F238E27FC236}">
                <a16:creationId xmlns:a16="http://schemas.microsoft.com/office/drawing/2014/main" id="{E4E5A11B-A179-479D-B99E-7F83AE23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精度、学习率、LoRA、valid trajectory 收集与 reward 设计不同，不能把增益单独归因于某个算法组件。</a:t>
            </a:r>
          </a:p>
        </p:txBody>
      </p:sp>
      <p:sp>
        <p:nvSpPr>
          <p:cNvPr id="14" name="s9-boundary-rule">
            <a:extLst xmlns:a="http://schemas.openxmlformats.org/drawingml/2006/main">
              <a:ext uri="{FF2B5EF4-FFF2-40B4-BE49-F238E27FC236}">
                <a16:creationId xmlns:a16="http://schemas.microsoft.com/office/drawing/2014/main" id="{E00CD7FA-0011-42B0-B991-61D88660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5F42"/>
            </a:solidFill>
            <a:prstDash val="solid"/>
          </a:ln>
        </p:spPr>
      </p:sp>
      <p:sp>
        <p:nvSpPr>
          <p:cNvPr id="15" name="s9-boundary-label">
            <a:extLst xmlns:a="http://schemas.openxmlformats.org/drawingml/2006/main">
              <a:ext uri="{FF2B5EF4-FFF2-40B4-BE49-F238E27FC236}">
                <a16:creationId xmlns:a16="http://schemas.microsoft.com/office/drawing/2014/main" id="{BE5DCE01-7508-4A03-8E70-1D11F96D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D65F42"/>
                </a:solidFill>
              </a:defRPr>
            </a:pPr>
            <a:r>
              <a:rPr sz="825" b="1">
                <a:solidFill>
                  <a:srgbClr val="D65F42"/>
                </a:solidFill>
              </a:rPr>
              <a:t>最终判断</a:t>
            </a:r>
          </a:p>
        </p:txBody>
      </p:sp>
      <p:sp>
        <p:nvSpPr>
          <p:cNvPr id="16" name="s9-boundary">
            <a:extLst xmlns:a="http://schemas.openxmlformats.org/drawingml/2006/main">
              <a:ext uri="{FF2B5EF4-FFF2-40B4-BE49-F238E27FC236}">
                <a16:creationId xmlns:a16="http://schemas.microsoft.com/office/drawing/2014/main" id="{1D130521-FBFD-4B97-9555-3CAB2F5F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435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3233A"/>
                </a:solidFill>
              </a:defRPr>
            </a:pPr>
            <a:r>
              <a:rPr sz="1425" b="1">
                <a:solidFill>
                  <a:srgbClr val="13233A"/>
                </a:solidFill>
              </a:rPr>
              <a:t>受控条件下 RLinf 系统确实更强且具有效率优势；纯算法因果仍需额外控制变量。</a:t>
            </a:r>
          </a:p>
        </p:txBody>
      </p:sp>
    </p:spTree>
    <p:extLst>
      <p:ext uri="{BB962C8B-B14F-4D97-AF65-F5344CB8AC3E}">
        <p14:creationId xmlns:p14="http://schemas.microsoft.com/office/powerpoint/2010/main" val="1365234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2026-07-30T15:20:10.2180000Z</dcterms:created>
  <dcterms:modified xsi:type="dcterms:W3CDTF">2026-07-30T15:20:10.2180000Z</dcterms:modified>
</coreProperties>
</file>