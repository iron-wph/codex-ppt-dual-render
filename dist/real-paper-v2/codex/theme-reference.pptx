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0c9ad783fb45fe" /><Relationship Type="http://schemas.openxmlformats.org/officeDocument/2006/relationships/extended-properties" Target="/docProps/app.xml" Id="Refcc2bead97646d9" /><Relationship Type="http://schemas.openxmlformats.org/officeDocument/2006/relationships/officeDocument" Target="/ppt/presentation.xml" Id="Rf33b8396235c48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588b1f548242c5"/>
  </p:sldMasterIdLst>
  <p:notesMasterIdLst>
    <p:notesMasterId xmlns:r="http://schemas.openxmlformats.org/officeDocument/2006/relationships" r:id="Rd23a96a8848f48bd"/>
  </p:notesMasterIdLst>
  <p:sldIdLst>
    <p:sldId xmlns:r="http://schemas.openxmlformats.org/officeDocument/2006/relationships" id="256" r:id="R093513f428d94a7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084e367af7491c" /><Relationship Type="http://schemas.openxmlformats.org/officeDocument/2006/relationships/slideMaster" Target="/ppt/slideMasters/slideMaster1.xml" Id="R14588b1f548242c5" /><Relationship Type="http://schemas.openxmlformats.org/officeDocument/2006/relationships/notesMaster" Target="/ppt/notesMasters/notesMaster1.xml" Id="Rd23a96a8848f48bd" /><Relationship Type="http://schemas.openxmlformats.org/officeDocument/2006/relationships/presProps" Target="/ppt/presProps.xml" Id="R63dc5d4cd5e941b5" /><Relationship Type="http://schemas.openxmlformats.org/officeDocument/2006/relationships/tableStyles" Target="/ppt/tableStyles.xml" Id="R0886e19cf3464d0f" /><Relationship Type="http://schemas.openxmlformats.org/officeDocument/2006/relationships/slide" Target="/ppt/slides/slide1.xml" Id="R093513f428d94a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0542e49412647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7e24bae8204177" /><Relationship Type="http://schemas.openxmlformats.org/officeDocument/2006/relationships/notesMaster" Target="/ppt/notesMasters/notesMaster1.xml" Id="Rf3be16b3ebe2448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internal page locks the typography, palette, image treatment, and editable table treatment before the presentation is generated. It is a production reference and should not appear in the audience-facing deck.</a:t>
            </a:r>
          </a:p>
          <a:p xmlns:a="http://schemas.openxmlformats.org/drawingml/2006/main">
            <a:r>
              <a:t>讲述提示：Internal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e3f83dfc1f41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c6b60ad28142e2" /><Relationship Type="http://schemas.openxmlformats.org/officeDocument/2006/relationships/slideLayout" Target="/ppt/slideLayouts/slideLayout1.xml" Id="Rff2fd802874543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2fd802874543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94e0a4a21d4361" /><Relationship Type="http://schemas.openxmlformats.org/officeDocument/2006/relationships/image" Target="/ppt/media/image.png" Id="Re9b2962d59bf4035" /><Relationship Type="http://schemas.openxmlformats.org/officeDocument/2006/relationships/notesSlide" Target="/ppt/notesSlides/notesSlide1.xml" Id="R5f5501f6b9cc423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1-top-rule">
            <a:extLst xmlns:a="http://schemas.openxmlformats.org/drawingml/2006/main">
              <a:ext uri="{FF2B5EF4-FFF2-40B4-BE49-F238E27FC236}">
                <a16:creationId xmlns:a16="http://schemas.microsoft.com/office/drawing/2014/main" id="{20E05F75-D79D-4490-A7EF-DD0CE34E5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5E3"/>
            </a:solidFill>
            <a:prstDash val="solid"/>
          </a:ln>
        </p:spPr>
      </p:sp>
      <p:sp>
        <p:nvSpPr>
          <p:cNvPr id="2" name="slide-1-page">
            <a:extLst xmlns:a="http://schemas.openxmlformats.org/drawingml/2006/main">
              <a:ext uri="{FF2B5EF4-FFF2-40B4-BE49-F238E27FC236}">
                <a16:creationId xmlns:a16="http://schemas.microsoft.com/office/drawing/2014/main" id="{CDDA1BE7-9349-493E-AFA7-AA21FAA77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36270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0">
                <a:solidFill>
                  <a:srgbClr val="5C718A"/>
                </a:solidFill>
              </a:defRPr>
            </a:pPr>
            <a:r>
              <a:rPr sz="900" b="0">
                <a:solidFill>
                  <a:srgbClr val="5C718A"/>
                </a:solidFill>
              </a:rPr>
              <a:t>01 / 01</a:t>
            </a:r>
          </a:p>
        </p:txBody>
      </p:sp>
      <p:sp>
        <p:nvSpPr>
          <p:cNvPr id="3" name="theme-reference-kicker">
            <a:extLst xmlns:a="http://schemas.openxmlformats.org/drawingml/2006/main">
              <a:ext uri="{FF2B5EF4-FFF2-40B4-BE49-F238E27FC236}">
                <a16:creationId xmlns:a16="http://schemas.microsoft.com/office/drawing/2014/main" id="{53B11605-077E-4E54-A1E6-C8EB6FC37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245CB7"/>
                </a:solidFill>
              </a:defRPr>
            </a:pPr>
            <a:r>
              <a:rPr sz="975" b="1">
                <a:solidFill>
                  <a:srgbClr val="245CB7"/>
                </a:solidFill>
              </a:rPr>
              <a:t>VISUAL CONTRACT</a:t>
            </a:r>
          </a:p>
        </p:txBody>
      </p:sp>
      <p:sp>
        <p:nvSpPr>
          <p:cNvPr id="4" name="theme-reference-title">
            <a:extLst xmlns:a="http://schemas.openxmlformats.org/drawingml/2006/main">
              <a:ext uri="{FF2B5EF4-FFF2-40B4-BE49-F238E27FC236}">
                <a16:creationId xmlns:a16="http://schemas.microsoft.com/office/drawing/2014/main" id="{EB7E9990-7043-4FAE-A724-63FF741A3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7620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75" b="1">
                <a:solidFill>
                  <a:srgbClr val="13233A"/>
                </a:solidFill>
              </a:defRPr>
            </a:pPr>
            <a:r>
              <a:rPr sz="2775" b="1">
                <a:solidFill>
                  <a:srgbClr val="13233A"/>
                </a:solidFill>
              </a:rPr>
              <a:t>Theme reference / visual contract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876300" y="2247900"/>
          <a:ext xmlns:a="http://schemas.openxmlformats.org/drawingml/2006/main" cx="7239000" cy="3333750"/>
        </p:xfrm>
        <a:graphic xmlns:a="http://schemas.openxmlformats.org/drawingml/2006/main">
          <a:graphicData uri="http://schemas.openxmlformats.org/drawingml/2006/table">
            <a:tbl>
              <a:tblPr firstRow="1" firstCol="1" bandRow="0"/>
              <a:tblGrid>
                <a:gridCol w="2413000"/>
                <a:gridCol w="2413000"/>
                <a:gridCol w="2413000"/>
              </a:tblGrid>
              <a:tr h="83343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5F7FA"/>
                          </a:solidFill>
                        </a:rPr>
                        <a:t>Evidence</a:t>
                      </a:r>
                    </a:p>
                  </a:txBody>
                  <a:tcPr marL="91440" marR="91440" marT="45720" marB="45720">
                    <a:lnB w="19050">
                      <a:solidFill>
                        <a:srgbClr val="C9D5E3"/>
                      </a:solidFill>
                    </a:lnB>
                    <a:solidFill>
                      <a:srgbClr val="245C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5F7FA"/>
                          </a:solidFill>
                        </a:rPr>
                        <a:t>Baseline</a:t>
                      </a:r>
                    </a:p>
                  </a:txBody>
                  <a:tcPr marL="91440" marR="91440" marT="45720" marB="45720">
                    <a:lnB w="19050">
                      <a:solidFill>
                        <a:srgbClr val="C9D5E3"/>
                      </a:solidFill>
                    </a:lnB>
                    <a:solidFill>
                      <a:srgbClr val="245CB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5F7FA"/>
                          </a:solidFill>
                        </a:rPr>
                        <a:t>Improved</a:t>
                      </a:r>
                    </a:p>
                  </a:txBody>
                  <a:tcPr marL="91440" marR="91440" marT="45720" marB="45720">
                    <a:lnB w="19050">
                      <a:solidFill>
                        <a:srgbClr val="C9D5E3"/>
                      </a:solidFill>
                    </a:lnB>
                    <a:solidFill>
                      <a:srgbClr val="245CB7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3233A"/>
                          </a:solidFill>
                        </a:rPr>
                        <a:t>Primary signal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Example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Example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3233A"/>
                          </a:solidFill>
                        </a:rPr>
                        <a:t>Long horizon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Example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Example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3233A"/>
                          </a:solidFill>
                        </a:rPr>
                        <a:t>Average</a:t>
                      </a:r>
                    </a:p>
                  </a:txBody>
                  <a:tcPr marL="91440" marR="91440" marT="45720" marB="45720">
                    <a:lnB w="9525">
                      <a:solidFill>
                        <a:srgbClr val="C9D5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Example</a:t>
                      </a:r>
                    </a:p>
                  </a:txBody>
                  <a:tcPr marL="91440" marR="91440" marT="45720" marB="45720">
                    <a:lnB w="9525">
                      <a:solidFill>
                        <a:srgbClr val="C9D5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33A"/>
                          </a:solidFill>
                        </a:rPr>
                        <a:t>Example</a:t>
                      </a:r>
                    </a:p>
                  </a:txBody>
                  <a:tcPr marL="91440" marR="91440" marT="45720" marB="45720">
                    <a:lnB w="9525">
                      <a:solidFill>
                        <a:srgbClr val="C9D5E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heme-reference-caption">
            <a:extLst xmlns:a="http://schemas.openxmlformats.org/drawingml/2006/main">
              <a:ext uri="{FF2B5EF4-FFF2-40B4-BE49-F238E27FC236}">
                <a16:creationId xmlns:a16="http://schemas.microsoft.com/office/drawing/2014/main" id="{F1F13050-6F50-4D8B-ADDF-657664BB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723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5C718A"/>
                </a:solidFill>
              </a:defRPr>
            </a:pPr>
            <a:r>
              <a:rPr sz="825" b="0">
                <a:solidFill>
                  <a:srgbClr val="5C718A"/>
                </a:solidFill>
              </a:rPr>
              <a:t>Editable table treatment used as the deck contract</a:t>
            </a:r>
          </a:p>
        </p:txBody>
      </p:sp>
      <p:sp>
        <p:nvSpPr>
          <p:cNvPr id="7" name="theme-reference-evidence-frame">
            <a:extLst xmlns:a="http://schemas.openxmlformats.org/drawingml/2006/main">
              <a:ext uri="{FF2B5EF4-FFF2-40B4-BE49-F238E27FC236}">
                <a16:creationId xmlns:a16="http://schemas.microsoft.com/office/drawing/2014/main" id="{A9AEA024-46AC-4259-9759-10394C77E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09800"/>
            <a:ext cx="285750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FC5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b2962d59bf4035"/>
          <a:stretch xmlns:a="http://schemas.openxmlformats.org/drawingml/2006/main"/>
        </p:blipFill>
        <p:spPr>
          <a:xfrm xmlns:a="http://schemas.openxmlformats.org/drawingml/2006/main">
            <a:off x="8686800" y="2832104"/>
            <a:ext cx="2628900" cy="147954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2534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2026-07-30T15:12:21.1810000Z</dcterms:created>
  <dcterms:modified xsi:type="dcterms:W3CDTF">2026-07-30T15:12:21.1810000Z</dcterms:modified>
</coreProperties>
</file>