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07abd86b6049e6" /><Relationship Type="http://schemas.openxmlformats.org/officeDocument/2006/relationships/extended-properties" Target="/docProps/app.xml" Id="R8f2c315a28254ed7" /><Relationship Type="http://schemas.openxmlformats.org/officeDocument/2006/relationships/officeDocument" Target="/ppt/presentation.xml" Id="Rc29f5aca7acd44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1fb12053e540e9"/>
  </p:sldMasterIdLst>
  <p:notesMasterIdLst>
    <p:notesMasterId xmlns:r="http://schemas.openxmlformats.org/officeDocument/2006/relationships" r:id="R2e6da56ecd764730"/>
  </p:notesMasterIdLst>
  <p:sldIdLst>
    <p:sldId xmlns:r="http://schemas.openxmlformats.org/officeDocument/2006/relationships" id="256" r:id="R0f050df646d64f2e"/>
    <p:sldId xmlns:r="http://schemas.openxmlformats.org/officeDocument/2006/relationships" id="257" r:id="R210d78b9f6494c4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657366ccbe44c5" /><Relationship Type="http://schemas.openxmlformats.org/officeDocument/2006/relationships/slideMaster" Target="/ppt/slideMasters/slideMaster1.xml" Id="Rca1fb12053e540e9" /><Relationship Type="http://schemas.openxmlformats.org/officeDocument/2006/relationships/notesMaster" Target="/ppt/notesMasters/notesMaster1.xml" Id="R2e6da56ecd764730" /><Relationship Type="http://schemas.openxmlformats.org/officeDocument/2006/relationships/presProps" Target="/ppt/presProps.xml" Id="Ra96e51b1d90e4029" /><Relationship Type="http://schemas.openxmlformats.org/officeDocument/2006/relationships/tableStyles" Target="/ppt/tableStyles.xml" Id="R61373371d1bb4f47" /><Relationship Type="http://schemas.openxmlformats.org/officeDocument/2006/relationships/slide" Target="/ppt/slides/slide1.xml" Id="R0f050df646d64f2e" /><Relationship Type="http://schemas.openxmlformats.org/officeDocument/2006/relationships/slide" Target="/ppt/slides/slide2.xml" Id="R210d78b9f6494c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492a801a354f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d8c59e128a49ee" /><Relationship Type="http://schemas.openxmlformats.org/officeDocument/2006/relationships/notesMaster" Target="/ppt/notesMasters/notesMaster1.xml" Id="R2ff3ef46cf0548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e041fcf8e54dab" /><Relationship Type="http://schemas.openxmlformats.org/officeDocument/2006/relationships/notesMaster" Target="/ppt/notesMasters/notesMaster1.xml" Id="Rfd86207f330a49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19f0f21134b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98492d5aee408d" /><Relationship Type="http://schemas.openxmlformats.org/officeDocument/2006/relationships/slideLayout" Target="/ppt/slideLayouts/slideLayout1.xml" Id="R3176e279101b47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76e279101b47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32c617d3f450d" /><Relationship Type="http://schemas.openxmlformats.org/officeDocument/2006/relationships/notesSlide" Target="/ppt/notesSlides/notesSlide1.xml" Id="R3e210bdc5a6b48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5f46cbd1c45fe" /><Relationship Type="http://schemas.openxmlformats.org/officeDocument/2006/relationships/chart" Target="/ppt/slides/charts/chart1.xml" Id="R7e9d76a49aab48af" /><Relationship Type="http://schemas.openxmlformats.org/officeDocument/2006/relationships/image" Target="/ppt/media/image.png" Id="R2881a64df0164ac9" /><Relationship Type="http://schemas.openxmlformats.org/officeDocument/2006/relationships/notesSlide" Target="/ppt/notesSlides/notesSlide2.xml" Id="R714e3268f9e84b1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LIBERO improvement Δ</c:v>
          </c:tx>
          <c:cat>
            <c:strLit>
              <c:ptCount val="5"/>
              <c:pt idx="0">
                <c:v>Space</c:v>
              </c:pt>
              <c:pt idx="1">
                <c:v>Object</c:v>
              </c:pt>
              <c:pt idx="2">
                <c:v>Goal</c:v>
              </c:pt>
              <c:pt idx="3">
                <c:v>Long</c:v>
              </c:pt>
              <c:pt idx="4">
                <c:v>Avg</c:v>
              </c:pt>
            </c:strLit>
          </c:cat>
          <c:val>
            <c:numLit>
              <c:formatCode>General</c:formatCode>
              <c:ptCount val="5"/>
              <c:pt idx="0">
                <c:v>7.8</c:v>
              </c:pt>
              <c:pt idx="1">
                <c:v>3.8</c:v>
              </c:pt>
              <c:pt idx="2">
                <c:v>8.6</c:v>
              </c:pt>
              <c:pt idx="3">
                <c:v>12</c:v>
              </c:pt>
              <c:pt idx="4">
                <c:v>8.1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F1F6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0456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7A9C5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11B2D"/>
        </a:solidFill>
      </c:spPr>
    </c:plotArea>
    <c:plotVisOnly val="1"/>
  </c:chart>
  <c:spPr>
    <a:solidFill xmlns:a="http://schemas.openxmlformats.org/drawingml/2006/main">
      <a:srgbClr val="111B2D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1-top-rule">
            <a:extLst xmlns:a="http://schemas.openxmlformats.org/drawingml/2006/main">
              <a:ext uri="{FF2B5EF4-FFF2-40B4-BE49-F238E27FC236}">
                <a16:creationId xmlns:a16="http://schemas.microsoft.com/office/drawing/2014/main" id="{49D93B0E-CB10-4D42-BD53-E687DAF1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565"/>
            </a:solidFill>
            <a:prstDash val="solid"/>
          </a:ln>
        </p:spPr>
      </p:sp>
      <p:sp>
        <p:nvSpPr>
          <p:cNvPr id="2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DB1EEDAA-2AAE-43E1-9372-ACD9A707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97A9C5"/>
                </a:solidFill>
              </a:defRPr>
            </a:pPr>
            <a:r>
              <a:rPr sz="900" b="0">
                <a:solidFill>
                  <a:srgbClr val="97A9C5"/>
                </a:solidFill>
              </a:rPr>
              <a:t>01 / 02</a:t>
            </a:r>
          </a:p>
        </p:txBody>
      </p:sp>
      <p:sp>
        <p:nvSpPr>
          <p:cNvPr id="3" name="slide-001-eyebrow">
            <a:extLst xmlns:a="http://schemas.openxmlformats.org/drawingml/2006/main">
              <a:ext uri="{FF2B5EF4-FFF2-40B4-BE49-F238E27FC236}">
                <a16:creationId xmlns:a16="http://schemas.microsoft.com/office/drawing/2014/main" id="{609197E3-4A2D-4B97-86B9-4D28EE70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55D6FF"/>
                </a:solidFill>
              </a:defRPr>
            </a:pPr>
            <a:r>
              <a:rPr sz="1050" b="1">
                <a:solidFill>
                  <a:srgbClr val="55D6FF"/>
                </a:solidFill>
              </a:rPr>
              <a:t>PAPER / RESEARCH BRIEF</a:t>
            </a:r>
          </a:p>
        </p:txBody>
      </p:sp>
      <p:sp>
        <p:nvSpPr>
          <p:cNvPr id="4" name="slide-001-title">
            <a:extLst xmlns:a="http://schemas.openxmlformats.org/drawingml/2006/main">
              <a:ext uri="{FF2B5EF4-FFF2-40B4-BE49-F238E27FC236}">
                <a16:creationId xmlns:a16="http://schemas.microsoft.com/office/drawing/2014/main" id="{D2AC22B7-F376-4782-8718-795DABAA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F1F6FF"/>
                </a:solidFill>
              </a:defRPr>
            </a:pPr>
            <a:r>
              <a:rPr sz="4350" b="1">
                <a:solidFill>
                  <a:srgbClr val="F1F6FF"/>
                </a:solidFill>
              </a:rPr>
              <a:t>SimpleVLA-RL Technical Report</a:t>
            </a:r>
          </a:p>
        </p:txBody>
      </p:sp>
      <p:sp>
        <p:nvSpPr>
          <p:cNvPr id="5" name="slide-001-subtitle">
            <a:extLst xmlns:a="http://schemas.openxmlformats.org/drawingml/2006/main">
              <a:ext uri="{FF2B5EF4-FFF2-40B4-BE49-F238E27FC236}">
                <a16:creationId xmlns:a16="http://schemas.microsoft.com/office/drawing/2014/main" id="{0757C155-8F30-458D-B8F5-85728C7D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61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97A9C5"/>
                </a:solidFill>
              </a:defRPr>
            </a:pPr>
            <a:r>
              <a:rPr sz="1575" b="0">
                <a:solidFill>
                  <a:srgbClr val="97A9C5"/>
                </a:solidFill>
              </a:rPr>
              <a:t>Full-paper deterministic storyboard generated from 24 PDF pages.</a:t>
            </a:r>
          </a:p>
        </p:txBody>
      </p:sp>
      <p:sp>
        <p:nvSpPr>
          <p:cNvPr id="6" name="slide-001-ring-a">
            <a:extLst xmlns:a="http://schemas.openxmlformats.org/drawingml/2006/main">
              <a:ext uri="{FF2B5EF4-FFF2-40B4-BE49-F238E27FC236}">
                <a16:creationId xmlns:a16="http://schemas.microsoft.com/office/drawing/2014/main" id="{3E2685B1-9F7B-4741-B651-5B779845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0">
            <a:off x="6934200" y="1676400"/>
            <a:ext cx="3848100" cy="3162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D6FF"/>
            </a:solidFill>
            <a:prstDash val="solid"/>
          </a:ln>
        </p:spPr>
      </p:sp>
      <p:sp>
        <p:nvSpPr>
          <p:cNvPr id="7" name="slide-001-ring-b">
            <a:extLst xmlns:a="http://schemas.openxmlformats.org/drawingml/2006/main">
              <a:ext uri="{FF2B5EF4-FFF2-40B4-BE49-F238E27FC236}">
                <a16:creationId xmlns:a16="http://schemas.microsoft.com/office/drawing/2014/main" id="{D5C347A1-9825-4C69-9467-41FBCF16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">
            <a:off x="7410450" y="2228850"/>
            <a:ext cx="2895600" cy="2057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6E91"/>
            </a:solidFill>
            <a:prstDash val="solid"/>
          </a:ln>
        </p:spPr>
      </p:sp>
      <p:sp>
        <p:nvSpPr>
          <p:cNvPr id="8" name="slide-001-core">
            <a:extLst xmlns:a="http://schemas.openxmlformats.org/drawingml/2006/main">
              <a:ext uri="{FF2B5EF4-FFF2-40B4-BE49-F238E27FC236}">
                <a16:creationId xmlns:a16="http://schemas.microsoft.com/office/drawing/2014/main" id="{E8693995-B711-44B8-8456-2F9FF73B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FF"/>
          </a:solidFill>
          <a:ln xmlns:a="http://schemas.openxmlformats.org/drawingml/2006/main" w="9525">
            <a:solidFill>
              <a:srgbClr val="55D6FF"/>
            </a:solidFill>
            <a:prstDash val="solid"/>
          </a:ln>
        </p:spPr>
      </p:sp>
      <p:sp>
        <p:nvSpPr>
          <p:cNvPr id="9" name="slide-001-core-text">
            <a:extLst xmlns:a="http://schemas.openxmlformats.org/drawingml/2006/main">
              <a:ext uri="{FF2B5EF4-FFF2-40B4-BE49-F238E27FC236}">
                <a16:creationId xmlns:a16="http://schemas.microsoft.com/office/drawing/2014/main" id="{76D6603C-1E13-4FF7-8B24-EC807B40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575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060A12"/>
                </a:solidFill>
              </a:defRPr>
            </a:pPr>
            <a:r>
              <a:rPr sz="1125" b="1">
                <a:solidFill>
                  <a:srgbClr val="060A12"/>
                </a:solidFill>
              </a:rPr>
              <a:t>EVIDENCE</a:t>
            </a:r>
          </a:p>
        </p:txBody>
      </p:sp>
      <p:sp>
        <p:nvSpPr>
          <p:cNvPr id="10" name="slide-001-html">
            <a:extLst xmlns:a="http://schemas.openxmlformats.org/drawingml/2006/main">
              <a:ext uri="{FF2B5EF4-FFF2-40B4-BE49-F238E27FC236}">
                <a16:creationId xmlns:a16="http://schemas.microsoft.com/office/drawing/2014/main" id="{4E34F236-20AA-4C66-B5E9-CA4D106C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52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FF6E91"/>
                </a:solidFill>
              </a:defRPr>
            </a:pPr>
            <a:r>
              <a:rPr sz="1050" b="1">
                <a:solidFill>
                  <a:srgbClr val="FF6E91"/>
                </a:solidFill>
              </a:rPr>
              <a:t>METHOD</a:t>
            </a:r>
          </a:p>
        </p:txBody>
      </p:sp>
      <p:sp>
        <p:nvSpPr>
          <p:cNvPr id="11" name="slide-001-pptx">
            <a:extLst xmlns:a="http://schemas.openxmlformats.org/drawingml/2006/main">
              <a:ext uri="{FF2B5EF4-FFF2-40B4-BE49-F238E27FC236}">
                <a16:creationId xmlns:a16="http://schemas.microsoft.com/office/drawing/2014/main" id="{642F3B5F-2350-4A7F-9617-43713B95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19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B6F36B"/>
                </a:solidFill>
              </a:defRPr>
            </a:pPr>
            <a:r>
              <a:rPr sz="1050" b="1">
                <a:solidFill>
                  <a:srgbClr val="B6F36B"/>
                </a:solidFill>
              </a:rPr>
              <a:t>RESULT</a:t>
            </a:r>
          </a:p>
        </p:txBody>
      </p:sp>
      <p:sp>
        <p:nvSpPr>
          <p:cNvPr id="12" name="slide-001-note-bg">
            <a:extLst xmlns:a="http://schemas.openxmlformats.org/drawingml/2006/main">
              <a:ext uri="{FF2B5EF4-FFF2-40B4-BE49-F238E27FC236}">
                <a16:creationId xmlns:a16="http://schemas.microsoft.com/office/drawing/2014/main" id="{1B99BA02-E739-4877-B4D1-88DAF5B4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6858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B2D"/>
          </a:solidFill>
          <a:ln xmlns:a="http://schemas.openxmlformats.org/drawingml/2006/main" w="9525">
            <a:solidFill>
              <a:srgbClr val="304565"/>
            </a:solidFill>
            <a:prstDash val="solid"/>
          </a:ln>
        </p:spPr>
      </p:sp>
      <p:sp>
        <p:nvSpPr>
          <p:cNvPr id="13" name="slide-001-note-label">
            <a:extLst xmlns:a="http://schemas.openxmlformats.org/drawingml/2006/main">
              <a:ext uri="{FF2B5EF4-FFF2-40B4-BE49-F238E27FC236}">
                <a16:creationId xmlns:a16="http://schemas.microsoft.com/office/drawing/2014/main" id="{DC57649D-1233-4952-8546-397A5E8B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55D6FF"/>
                </a:solidFill>
              </a:defRPr>
            </a:pPr>
            <a:r>
              <a:rPr sz="900" b="1">
                <a:solidFill>
                  <a:srgbClr val="55D6FF"/>
                </a:solidFill>
              </a:rPr>
              <a:t>CORE CLAIM</a:t>
            </a:r>
          </a:p>
        </p:txBody>
      </p:sp>
      <p:sp>
        <p:nvSpPr>
          <p:cNvPr id="14" name="slide-001-note-value">
            <a:extLst xmlns:a="http://schemas.openxmlformats.org/drawingml/2006/main">
              <a:ext uri="{FF2B5EF4-FFF2-40B4-BE49-F238E27FC236}">
                <a16:creationId xmlns:a16="http://schemas.microsoft.com/office/drawing/2014/main" id="{6FFBC413-16CD-4575-9B35-F0FC46A7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245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1F6FF"/>
                </a:solidFill>
              </a:defRPr>
            </a:pPr>
            <a:r>
              <a:rPr sz="1200" b="1">
                <a:solidFill>
                  <a:srgbClr val="F1F6FF"/>
                </a:solidFill>
              </a:rPr>
              <a:t>Full-paper deterministic sto</a:t>
            </a:r>
          </a:p>
        </p:txBody>
      </p:sp>
    </p:spTree>
    <p:extLst>
      <p:ext uri="{BB962C8B-B14F-4D97-AF65-F5344CB8AC3E}">
        <p14:creationId xmlns:p14="http://schemas.microsoft.com/office/powerpoint/2010/main" val="18962078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2-top-rule">
            <a:extLst xmlns:a="http://schemas.openxmlformats.org/drawingml/2006/main">
              <a:ext uri="{FF2B5EF4-FFF2-40B4-BE49-F238E27FC236}">
                <a16:creationId xmlns:a16="http://schemas.microsoft.com/office/drawing/2014/main" id="{0970C181-52AD-4C1B-9D2B-59CED654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565"/>
            </a:solidFill>
            <a:prstDash val="solid"/>
          </a:ln>
        </p:spPr>
      </p:sp>
      <p:sp>
        <p:nvSpPr>
          <p:cNvPr id="2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A5E597D7-9C5B-4397-8641-64015257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97A9C5"/>
                </a:solidFill>
              </a:defRPr>
            </a:pPr>
            <a:r>
              <a:rPr sz="900" b="0">
                <a:solidFill>
                  <a:srgbClr val="97A9C5"/>
                </a:solidFill>
              </a:rPr>
              <a:t>02 / 02</a:t>
            </a:r>
          </a:p>
        </p:txBody>
      </p:sp>
      <p:sp>
        <p:nvSpPr>
          <p:cNvPr id="3" name="slide-008-kicker">
            <a:extLst xmlns:a="http://schemas.openxmlformats.org/drawingml/2006/main">
              <a:ext uri="{FF2B5EF4-FFF2-40B4-BE49-F238E27FC236}">
                <a16:creationId xmlns:a16="http://schemas.microsoft.com/office/drawing/2014/main" id="{0CBDEFCE-F37E-4867-9C2F-24D55D18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5D6FF"/>
                </a:solidFill>
              </a:defRPr>
            </a:pPr>
            <a:r>
              <a:rPr sz="975" b="1">
                <a:solidFill>
                  <a:srgbClr val="55D6FF"/>
                </a:solidFill>
              </a:rPr>
              <a:t>PAPER EVIDENCE</a:t>
            </a:r>
          </a:p>
        </p:txBody>
      </p:sp>
      <p:sp>
        <p:nvSpPr>
          <p:cNvPr id="4" name="slide-008-title">
            <a:extLst xmlns:a="http://schemas.openxmlformats.org/drawingml/2006/main">
              <a:ext uri="{FF2B5EF4-FFF2-40B4-BE49-F238E27FC236}">
                <a16:creationId xmlns:a16="http://schemas.microsoft.com/office/drawing/2014/main" id="{5A027FA0-1A75-406F-9D95-6130B991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762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F1F6FF"/>
                </a:solidFill>
              </a:defRPr>
            </a:pPr>
            <a:r>
              <a:rPr sz="2850" b="1">
                <a:solidFill>
                  <a:srgbClr val="F1F6FF"/>
                </a:solidFill>
              </a:rPr>
              <a:t>主要结果：性能、数据效率和迁移同时提升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876300" y="2247900"/>
          <a:ext xmlns:a="http://schemas.openxmlformats.org/drawingml/2006/main" cx="10001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9d76a49aab48af"/>
          </a:graphicData>
        </a:graphic>
      </p:graphicFrame>
      <p:sp>
        <p:nvSpPr>
          <p:cNvPr id="6" name="slide-008-caption">
            <a:extLst xmlns:a="http://schemas.openxmlformats.org/drawingml/2006/main">
              <a:ext uri="{FF2B5EF4-FFF2-40B4-BE49-F238E27FC236}">
                <a16:creationId xmlns:a16="http://schemas.microsoft.com/office/drawing/2014/main" id="{06918B43-3E8A-4C26-967B-0E9815F3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97A9C5"/>
                </a:solidFill>
              </a:defRPr>
            </a:pPr>
            <a:r>
              <a:rPr sz="825" b="0">
                <a:solidFill>
                  <a:srgbClr val="97A9C5"/>
                </a:solidFill>
              </a:rPr>
              <a:t>p10-table-1</a:t>
            </a:r>
          </a:p>
        </p:txBody>
      </p:sp>
      <p:sp>
        <p:nvSpPr>
          <p:cNvPr id="7" name="slide-008-source-frame">
            <a:extLst xmlns:a="http://schemas.openxmlformats.org/drawingml/2006/main">
              <a:ext uri="{FF2B5EF4-FFF2-40B4-BE49-F238E27FC236}">
                <a16:creationId xmlns:a16="http://schemas.microsoft.com/office/drawing/2014/main" id="{F06C44D3-D743-4967-B29A-0A1A45BE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5"/>
            </a:solidFill>
            <a:prstDash val="solid"/>
          </a:ln>
        </p:spPr>
      </p:sp>
      <p:sp>
        <p:nvSpPr>
          <p:cNvPr id="8" name="slide-008-source-label">
            <a:extLst xmlns:a="http://schemas.openxmlformats.org/drawingml/2006/main">
              <a:ext uri="{FF2B5EF4-FFF2-40B4-BE49-F238E27FC236}">
                <a16:creationId xmlns:a16="http://schemas.microsoft.com/office/drawing/2014/main" id="{324BD2E2-56F8-43FF-BCCC-D1F381DD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933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9B5C45"/>
                </a:solidFill>
              </a:defRPr>
            </a:pPr>
            <a:r>
              <a:rPr sz="750" b="1">
                <a:solidFill>
                  <a:srgbClr val="9B5C45"/>
                </a:solidFill>
              </a:rPr>
              <a:t>SOURCE CROP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1a64df0164ac9"/>
          <a:stretch xmlns:a="http://schemas.openxmlformats.org/drawingml/2006/main"/>
        </p:blipFill>
        <p:spPr>
          <a:xfrm xmlns:a="http://schemas.openxmlformats.org/drawingml/2006/main">
            <a:off x="8686800" y="1326732"/>
            <a:ext cx="2628900" cy="2421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721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2026-07-18T03:36:07.9270000Z</dcterms:created>
  <dcterms:modified xsi:type="dcterms:W3CDTF">2026-07-18T03:36:07.9270000Z</dcterms:modified>
</coreProperties>
</file>