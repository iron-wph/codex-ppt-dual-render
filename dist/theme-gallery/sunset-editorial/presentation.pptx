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d84bc4c9b4e13" /><Relationship Type="http://schemas.openxmlformats.org/officeDocument/2006/relationships/extended-properties" Target="/docProps/app.xml" Id="Ra53c6725a22a4fa3" /><Relationship Type="http://schemas.openxmlformats.org/officeDocument/2006/relationships/officeDocument" Target="/ppt/presentation.xml" Id="R73f8c87e881d46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957b13487f4f0d"/>
  </p:sldMasterIdLst>
  <p:notesMasterIdLst>
    <p:notesMasterId xmlns:r="http://schemas.openxmlformats.org/officeDocument/2006/relationships" r:id="Re4b4e966741f4ee1"/>
  </p:notesMasterIdLst>
  <p:sldIdLst>
    <p:sldId xmlns:r="http://schemas.openxmlformats.org/officeDocument/2006/relationships" id="256" r:id="R2543b82fb1cb47d2"/>
    <p:sldId xmlns:r="http://schemas.openxmlformats.org/officeDocument/2006/relationships" id="257" r:id="Rc6845fd466804d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2233be043e4e43" /><Relationship Type="http://schemas.openxmlformats.org/officeDocument/2006/relationships/slideMaster" Target="/ppt/slideMasters/slideMaster1.xml" Id="Ra9957b13487f4f0d" /><Relationship Type="http://schemas.openxmlformats.org/officeDocument/2006/relationships/notesMaster" Target="/ppt/notesMasters/notesMaster1.xml" Id="Re4b4e966741f4ee1" /><Relationship Type="http://schemas.openxmlformats.org/officeDocument/2006/relationships/presProps" Target="/ppt/presProps.xml" Id="Re178905b51ea4fc1" /><Relationship Type="http://schemas.openxmlformats.org/officeDocument/2006/relationships/tableStyles" Target="/ppt/tableStyles.xml" Id="Rc41646da510a431d" /><Relationship Type="http://schemas.openxmlformats.org/officeDocument/2006/relationships/slide" Target="/ppt/slides/slide1.xml" Id="R2543b82fb1cb47d2" /><Relationship Type="http://schemas.openxmlformats.org/officeDocument/2006/relationships/slide" Target="/ppt/slides/slide2.xml" Id="Rc6845fd466804d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f3cbed141c43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7670a8d75e4037" /><Relationship Type="http://schemas.openxmlformats.org/officeDocument/2006/relationships/notesMaster" Target="/ppt/notesMasters/notesMaster1.xml" Id="R5d53f6d02cd94f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4c09d9d8f94c7e" /><Relationship Type="http://schemas.openxmlformats.org/officeDocument/2006/relationships/notesMaster" Target="/ppt/notesMasters/notesMaster1.xml" Id="R7d697ddd744142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e8e93792f40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f7972d6f1244cd" /><Relationship Type="http://schemas.openxmlformats.org/officeDocument/2006/relationships/slideLayout" Target="/ppt/slideLayouts/slideLayout1.xml" Id="R998226d82d1c4c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8226d82d1c4c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7718f075e4b8a" /><Relationship Type="http://schemas.openxmlformats.org/officeDocument/2006/relationships/notesSlide" Target="/ppt/notesSlides/notesSlide1.xml" Id="R245dde0b7a3f49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f6e333e5041fe" /><Relationship Type="http://schemas.openxmlformats.org/officeDocument/2006/relationships/chart" Target="/ppt/slides/charts/chart1.xml" Id="R0cc36f92083743b5" /><Relationship Type="http://schemas.openxmlformats.org/officeDocument/2006/relationships/image" Target="/ppt/media/image.png" Id="R9ab9582ca168445b" /><Relationship Type="http://schemas.openxmlformats.org/officeDocument/2006/relationships/notesSlide" Target="/ppt/notesSlides/notesSlide2.xml" Id="R28ede9f1e8c041d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LIBERO improvement Δ</c:v>
          </c:tx>
          <c:cat>
            <c:strLit>
              <c:ptCount val="5"/>
              <c:pt idx="0">
                <c:v>Space</c:v>
              </c:pt>
              <c:pt idx="1">
                <c:v>Object</c:v>
              </c:pt>
              <c:pt idx="2">
                <c:v>Goal</c:v>
              </c:pt>
              <c:pt idx="3">
                <c:v>Long</c:v>
              </c:pt>
              <c:pt idx="4">
                <c:v>Avg</c:v>
              </c:pt>
            </c:strLit>
          </c:cat>
          <c:val>
            <c:numLit>
              <c:formatCode>General</c:formatCode>
              <c:ptCount val="5"/>
              <c:pt idx="0">
                <c:v>7.8</c:v>
              </c:pt>
              <c:pt idx="1">
                <c:v>3.8</c:v>
              </c:pt>
              <c:pt idx="2">
                <c:v>8.6</c:v>
              </c:pt>
              <c:pt idx="3">
                <c:v>12</c:v>
              </c:pt>
              <c:pt idx="4">
                <c:v>8.1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B1D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CAB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665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63BF57BA-B09A-4060-8A74-DBF31C89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CABC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484644F1-CB7B-41A7-90C8-86508CEC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D665F"/>
                </a:solidFill>
              </a:defRPr>
            </a:pPr>
            <a:r>
              <a:rPr sz="900" b="0">
                <a:solidFill>
                  <a:srgbClr val="7D665F"/>
                </a:solidFill>
              </a:rPr>
              <a:t>01 / 02</a:t>
            </a:r>
          </a:p>
        </p:txBody>
      </p:sp>
      <p:sp>
        <p:nvSpPr>
          <p:cNvPr id="3" name="slide-001-eyebrow">
            <a:extLst xmlns:a="http://schemas.openxmlformats.org/drawingml/2006/main">
              <a:ext uri="{FF2B5EF4-FFF2-40B4-BE49-F238E27FC236}">
                <a16:creationId xmlns:a16="http://schemas.microsoft.com/office/drawing/2014/main" id="{A9936387-1481-4C42-9982-34F19B2B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B9462E"/>
                </a:solidFill>
              </a:defRPr>
            </a:pPr>
            <a:r>
              <a:rPr sz="1050" b="1">
                <a:solidFill>
                  <a:srgbClr val="B9462E"/>
                </a:solidFill>
              </a:rPr>
              <a:t>PAPER / RESEARCH BRIEF</a:t>
            </a:r>
          </a:p>
        </p:txBody>
      </p:sp>
      <p:sp>
        <p:nvSpPr>
          <p:cNvPr id="4" name="slide-001-title">
            <a:extLst xmlns:a="http://schemas.openxmlformats.org/drawingml/2006/main">
              <a:ext uri="{FF2B5EF4-FFF2-40B4-BE49-F238E27FC236}">
                <a16:creationId xmlns:a16="http://schemas.microsoft.com/office/drawing/2014/main" id="{B803D28E-0402-4916-B55C-364CE562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2B1D1A"/>
                </a:solidFill>
              </a:defRPr>
            </a:pPr>
            <a:r>
              <a:rPr sz="4350" b="1">
                <a:solidFill>
                  <a:srgbClr val="2B1D1A"/>
                </a:solidFill>
              </a:rPr>
              <a:t>SimpleVLA-RL Technical Report</a:t>
            </a:r>
          </a:p>
        </p:txBody>
      </p:sp>
      <p:sp>
        <p:nvSpPr>
          <p:cNvPr id="5" name="slide-001-subtitle">
            <a:extLst xmlns:a="http://schemas.openxmlformats.org/drawingml/2006/main">
              <a:ext uri="{FF2B5EF4-FFF2-40B4-BE49-F238E27FC236}">
                <a16:creationId xmlns:a16="http://schemas.microsoft.com/office/drawing/2014/main" id="{E4433A20-5898-4FE4-AD43-516FAE37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7D665F"/>
                </a:solidFill>
              </a:defRPr>
            </a:pPr>
            <a:r>
              <a:rPr sz="1575" b="0">
                <a:solidFill>
                  <a:srgbClr val="7D665F"/>
                </a:solidFill>
              </a:rPr>
              <a:t>Full-paper deterministic storyboard generated from 24 PDF pages.</a:t>
            </a:r>
          </a:p>
        </p:txBody>
      </p:sp>
      <p:sp>
        <p:nvSpPr>
          <p:cNvPr id="6" name="slide-001-ring-a">
            <a:extLst xmlns:a="http://schemas.openxmlformats.org/drawingml/2006/main">
              <a:ext uri="{FF2B5EF4-FFF2-40B4-BE49-F238E27FC236}">
                <a16:creationId xmlns:a16="http://schemas.microsoft.com/office/drawing/2014/main" id="{6061FA0B-F312-418B-AE94-E72C61B2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0">
            <a:off x="6934200" y="1676400"/>
            <a:ext cx="3848100" cy="3162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462E"/>
            </a:solidFill>
            <a:prstDash val="solid"/>
          </a:ln>
        </p:spPr>
      </p:sp>
      <p:sp>
        <p:nvSpPr>
          <p:cNvPr id="7" name="slide-001-ring-b">
            <a:extLst xmlns:a="http://schemas.openxmlformats.org/drawingml/2006/main">
              <a:ext uri="{FF2B5EF4-FFF2-40B4-BE49-F238E27FC236}">
                <a16:creationId xmlns:a16="http://schemas.microsoft.com/office/drawing/2014/main" id="{E78E156B-96F4-42D9-9F12-654EB6B6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7410450" y="2228850"/>
            <a:ext cx="289560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A33A"/>
            </a:solidFill>
            <a:prstDash val="solid"/>
          </a:ln>
        </p:spPr>
      </p:sp>
      <p:sp>
        <p:nvSpPr>
          <p:cNvPr id="8" name="slide-001-core">
            <a:extLst xmlns:a="http://schemas.openxmlformats.org/drawingml/2006/main">
              <a:ext uri="{FF2B5EF4-FFF2-40B4-BE49-F238E27FC236}">
                <a16:creationId xmlns:a16="http://schemas.microsoft.com/office/drawing/2014/main" id="{9FCF289E-5CA5-4A0D-AC7E-3E991F46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62E"/>
          </a:solidFill>
          <a:ln xmlns:a="http://schemas.openxmlformats.org/drawingml/2006/main" w="9525">
            <a:solidFill>
              <a:srgbClr val="B9462E"/>
            </a:solidFill>
            <a:prstDash val="solid"/>
          </a:ln>
        </p:spPr>
      </p:sp>
      <p:sp>
        <p:nvSpPr>
          <p:cNvPr id="9" name="slide-001-core-text">
            <a:extLst xmlns:a="http://schemas.openxmlformats.org/drawingml/2006/main">
              <a:ext uri="{FF2B5EF4-FFF2-40B4-BE49-F238E27FC236}">
                <a16:creationId xmlns:a16="http://schemas.microsoft.com/office/drawing/2014/main" id="{A85C9364-BB9F-48D6-BFF3-A288F1F0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57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241512"/>
                </a:solidFill>
              </a:defRPr>
            </a:pPr>
            <a:r>
              <a:rPr sz="1125" b="1">
                <a:solidFill>
                  <a:srgbClr val="241512"/>
                </a:solidFill>
              </a:rPr>
              <a:t>EVIDENCE</a:t>
            </a:r>
          </a:p>
        </p:txBody>
      </p:sp>
      <p:sp>
        <p:nvSpPr>
          <p:cNvPr id="10" name="slide-001-html">
            <a:extLst xmlns:a="http://schemas.openxmlformats.org/drawingml/2006/main">
              <a:ext uri="{FF2B5EF4-FFF2-40B4-BE49-F238E27FC236}">
                <a16:creationId xmlns:a16="http://schemas.microsoft.com/office/drawing/2014/main" id="{46709603-DE27-4639-B3CC-DEA859AF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52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5A33A"/>
                </a:solidFill>
              </a:defRPr>
            </a:pPr>
            <a:r>
              <a:rPr sz="1050" b="1">
                <a:solidFill>
                  <a:srgbClr val="E5A33A"/>
                </a:solidFill>
              </a:rPr>
              <a:t>METHOD</a:t>
            </a:r>
          </a:p>
        </p:txBody>
      </p:sp>
      <p:sp>
        <p:nvSpPr>
          <p:cNvPr id="11" name="slide-001-pptx">
            <a:extLst xmlns:a="http://schemas.openxmlformats.org/drawingml/2006/main">
              <a:ext uri="{FF2B5EF4-FFF2-40B4-BE49-F238E27FC236}">
                <a16:creationId xmlns:a16="http://schemas.microsoft.com/office/drawing/2014/main" id="{D05F565F-14A1-43D6-9F8C-B18EB46D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19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C8C83"/>
                </a:solidFill>
              </a:defRPr>
            </a:pPr>
            <a:r>
              <a:rPr sz="1050" b="1">
                <a:solidFill>
                  <a:srgbClr val="2C8C83"/>
                </a:solidFill>
              </a:rPr>
              <a:t>RESULT</a:t>
            </a:r>
          </a:p>
        </p:txBody>
      </p:sp>
      <p:sp>
        <p:nvSpPr>
          <p:cNvPr id="12" name="slide-001-note-bg">
            <a:extLst xmlns:a="http://schemas.openxmlformats.org/drawingml/2006/main">
              <a:ext uri="{FF2B5EF4-FFF2-40B4-BE49-F238E27FC236}">
                <a16:creationId xmlns:a16="http://schemas.microsoft.com/office/drawing/2014/main" id="{F3CD29C5-625F-4B4B-950C-CD6F1915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685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CABC"/>
            </a:solidFill>
            <a:prstDash val="solid"/>
          </a:ln>
        </p:spPr>
      </p:sp>
      <p:sp>
        <p:nvSpPr>
          <p:cNvPr id="13" name="slide-001-note-label">
            <a:extLst xmlns:a="http://schemas.openxmlformats.org/drawingml/2006/main">
              <a:ext uri="{FF2B5EF4-FFF2-40B4-BE49-F238E27FC236}">
                <a16:creationId xmlns:a16="http://schemas.microsoft.com/office/drawing/2014/main" id="{EB8F9379-DC26-4FBF-B801-AE6D3D3B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B9462E"/>
                </a:solidFill>
              </a:defRPr>
            </a:pPr>
            <a:r>
              <a:rPr sz="900" b="1">
                <a:solidFill>
                  <a:srgbClr val="B9462E"/>
                </a:solidFill>
              </a:rPr>
              <a:t>CORE CLAIM</a:t>
            </a:r>
          </a:p>
        </p:txBody>
      </p:sp>
      <p:sp>
        <p:nvSpPr>
          <p:cNvPr id="14" name="slide-001-note-value">
            <a:extLst xmlns:a="http://schemas.openxmlformats.org/drawingml/2006/main">
              <a:ext uri="{FF2B5EF4-FFF2-40B4-BE49-F238E27FC236}">
                <a16:creationId xmlns:a16="http://schemas.microsoft.com/office/drawing/2014/main" id="{BB9EBCAC-A2B6-433A-B6C7-51C03CB1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B1D1A"/>
                </a:solidFill>
              </a:defRPr>
            </a:pPr>
            <a:r>
              <a:rPr sz="1200" b="1">
                <a:solidFill>
                  <a:srgbClr val="2B1D1A"/>
                </a:solidFill>
              </a:rPr>
              <a:t>Full-paper deterministic sto</a:t>
            </a:r>
          </a:p>
        </p:txBody>
      </p:sp>
    </p:spTree>
    <p:extLst>
      <p:ext uri="{BB962C8B-B14F-4D97-AF65-F5344CB8AC3E}">
        <p14:creationId xmlns:p14="http://schemas.microsoft.com/office/powerpoint/2010/main" val="232383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op-rule">
            <a:extLst xmlns:a="http://schemas.openxmlformats.org/drawingml/2006/main">
              <a:ext uri="{FF2B5EF4-FFF2-40B4-BE49-F238E27FC236}">
                <a16:creationId xmlns:a16="http://schemas.microsoft.com/office/drawing/2014/main" id="{0D318892-4889-4EF2-B26F-E25BB8FF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CABC"/>
            </a:solidFill>
            <a:prstDash val="solid"/>
          </a:ln>
        </p:spPr>
      </p:sp>
      <p:sp>
        <p:nvSpPr>
          <p:cNvPr id="2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C107E4A5-23A5-4637-9BE5-2C5EFB20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D665F"/>
                </a:solidFill>
              </a:defRPr>
            </a:pPr>
            <a:r>
              <a:rPr sz="900" b="0">
                <a:solidFill>
                  <a:srgbClr val="7D665F"/>
                </a:solidFill>
              </a:rPr>
              <a:t>02 / 02</a:t>
            </a:r>
          </a:p>
        </p:txBody>
      </p:sp>
      <p:sp>
        <p:nvSpPr>
          <p:cNvPr id="3" name="slide-008-kicker">
            <a:extLst xmlns:a="http://schemas.openxmlformats.org/drawingml/2006/main">
              <a:ext uri="{FF2B5EF4-FFF2-40B4-BE49-F238E27FC236}">
                <a16:creationId xmlns:a16="http://schemas.microsoft.com/office/drawing/2014/main" id="{CB03DA41-6736-4321-9254-947C2806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462E"/>
                </a:solidFill>
              </a:defRPr>
            </a:pPr>
            <a:r>
              <a:rPr sz="975" b="1">
                <a:solidFill>
                  <a:srgbClr val="B9462E"/>
                </a:solidFill>
              </a:rPr>
              <a:t>PAPER EVIDENCE</a:t>
            </a:r>
          </a:p>
        </p:txBody>
      </p:sp>
      <p:sp>
        <p:nvSpPr>
          <p:cNvPr id="4" name="slide-008-title">
            <a:extLst xmlns:a="http://schemas.openxmlformats.org/drawingml/2006/main">
              <a:ext uri="{FF2B5EF4-FFF2-40B4-BE49-F238E27FC236}">
                <a16:creationId xmlns:a16="http://schemas.microsoft.com/office/drawing/2014/main" id="{6F5D6D0C-635F-417E-9329-C3C7CF8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2B1D1A"/>
                </a:solidFill>
              </a:defRPr>
            </a:pPr>
            <a:r>
              <a:rPr sz="2850" b="1">
                <a:solidFill>
                  <a:srgbClr val="2B1D1A"/>
                </a:solidFill>
              </a:rPr>
              <a:t>主要结果：性能、数据效率和迁移同时提升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76300" y="2247900"/>
          <a:ext xmlns:a="http://schemas.openxmlformats.org/drawingml/2006/main" cx="1000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c36f92083743b5"/>
          </a:graphicData>
        </a:graphic>
      </p:graphicFrame>
      <p:sp>
        <p:nvSpPr>
          <p:cNvPr id="6" name="slide-008-caption">
            <a:extLst xmlns:a="http://schemas.openxmlformats.org/drawingml/2006/main">
              <a:ext uri="{FF2B5EF4-FFF2-40B4-BE49-F238E27FC236}">
                <a16:creationId xmlns:a16="http://schemas.microsoft.com/office/drawing/2014/main" id="{351C7EAD-2BAC-417F-AC35-86DD584C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D665F"/>
                </a:solidFill>
              </a:defRPr>
            </a:pPr>
            <a:r>
              <a:rPr sz="825" b="0">
                <a:solidFill>
                  <a:srgbClr val="7D665F"/>
                </a:solidFill>
              </a:rPr>
              <a:t>p10-table-1</a:t>
            </a:r>
          </a:p>
        </p:txBody>
      </p:sp>
      <p:sp>
        <p:nvSpPr>
          <p:cNvPr id="7" name="slide-008-source-frame">
            <a:extLst xmlns:a="http://schemas.openxmlformats.org/drawingml/2006/main">
              <a:ext uri="{FF2B5EF4-FFF2-40B4-BE49-F238E27FC236}">
                <a16:creationId xmlns:a16="http://schemas.microsoft.com/office/drawing/2014/main" id="{67039707-6B36-4DFD-A225-77E22B81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5"/>
            </a:solidFill>
            <a:prstDash val="solid"/>
          </a:ln>
        </p:spPr>
      </p:sp>
      <p:sp>
        <p:nvSpPr>
          <p:cNvPr id="8" name="slide-008-source-label">
            <a:extLst xmlns:a="http://schemas.openxmlformats.org/drawingml/2006/main">
              <a:ext uri="{FF2B5EF4-FFF2-40B4-BE49-F238E27FC236}">
                <a16:creationId xmlns:a16="http://schemas.microsoft.com/office/drawing/2014/main" id="{E7FB8E55-F930-476F-9D5E-B4061BF9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33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9B5C45"/>
                </a:solidFill>
              </a:defRPr>
            </a:pPr>
            <a:r>
              <a:rPr sz="750" b="1">
                <a:solidFill>
                  <a:srgbClr val="9B5C45"/>
                </a:solidFill>
              </a:rPr>
              <a:t>SOURCE CROP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9582ca168445b"/>
          <a:stretch xmlns:a="http://schemas.openxmlformats.org/drawingml/2006/main"/>
        </p:blipFill>
        <p:spPr>
          <a:xfrm xmlns:a="http://schemas.openxmlformats.org/drawingml/2006/main">
            <a:off x="8686800" y="1326732"/>
            <a:ext cx="2628900" cy="2421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3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2026-07-18T03:36:07.3750000Z</dcterms:created>
  <dcterms:modified xsi:type="dcterms:W3CDTF">2026-07-18T03:36:07.3750000Z</dcterms:modified>
</coreProperties>
</file>