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bed9bb9b174b87" /><Relationship Type="http://schemas.openxmlformats.org/officeDocument/2006/relationships/extended-properties" Target="/docProps/app.xml" Id="R7c9ab98266f3435e" /><Relationship Type="http://schemas.openxmlformats.org/officeDocument/2006/relationships/officeDocument" Target="/ppt/presentation.xml" Id="R28c93dacfd9c4b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26614a3744b5d"/>
  </p:sldMasterIdLst>
  <p:notesMasterIdLst>
    <p:notesMasterId xmlns:r="http://schemas.openxmlformats.org/officeDocument/2006/relationships" r:id="Rae8342ebcd524945"/>
  </p:notesMasterIdLst>
  <p:sldIdLst>
    <p:sldId xmlns:r="http://schemas.openxmlformats.org/officeDocument/2006/relationships" id="256" r:id="R1543ddbd13164f2a"/>
    <p:sldId xmlns:r="http://schemas.openxmlformats.org/officeDocument/2006/relationships" id="257" r:id="R259b8dd6f8084e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cf5e569104673" /><Relationship Type="http://schemas.openxmlformats.org/officeDocument/2006/relationships/slideMaster" Target="/ppt/slideMasters/slideMaster1.xml" Id="R91326614a3744b5d" /><Relationship Type="http://schemas.openxmlformats.org/officeDocument/2006/relationships/notesMaster" Target="/ppt/notesMasters/notesMaster1.xml" Id="Rae8342ebcd524945" /><Relationship Type="http://schemas.openxmlformats.org/officeDocument/2006/relationships/presProps" Target="/ppt/presProps.xml" Id="R07306d37271849b2" /><Relationship Type="http://schemas.openxmlformats.org/officeDocument/2006/relationships/tableStyles" Target="/ppt/tableStyles.xml" Id="Rcee9ef8c8dcb4818" /><Relationship Type="http://schemas.openxmlformats.org/officeDocument/2006/relationships/slide" Target="/ppt/slides/slide1.xml" Id="R1543ddbd13164f2a" /><Relationship Type="http://schemas.openxmlformats.org/officeDocument/2006/relationships/slide" Target="/ppt/slides/slide2.xml" Id="R259b8dd6f8084e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d419d27eef46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5f7fe9822740e6" /><Relationship Type="http://schemas.openxmlformats.org/officeDocument/2006/relationships/notesMaster" Target="/ppt/notesMasters/notesMaster1.xml" Id="R03aaab43ba4b40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6d9f697a4240cb" /><Relationship Type="http://schemas.openxmlformats.org/officeDocument/2006/relationships/notesMaster" Target="/ppt/notesMasters/notesMaster1.xml" Id="R257a4dbaead44b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23641d8c6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194b38f22e48da" /><Relationship Type="http://schemas.openxmlformats.org/officeDocument/2006/relationships/slideLayout" Target="/ppt/slideLayouts/slideLayout1.xml" Id="Re20a54a2387948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0a54a2387948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4fe1a75ca4823" /><Relationship Type="http://schemas.openxmlformats.org/officeDocument/2006/relationships/notesSlide" Target="/ppt/notesSlides/notesSlide1.xml" Id="R5d38cbe450604b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9e4e31ed5428f" /><Relationship Type="http://schemas.openxmlformats.org/officeDocument/2006/relationships/chart" Target="/ppt/slides/charts/chart1.xml" Id="Rbd9c04729b9549fe" /><Relationship Type="http://schemas.openxmlformats.org/officeDocument/2006/relationships/image" Target="/ppt/media/image.png" Id="Rda59f2db39bf405d" /><Relationship Type="http://schemas.openxmlformats.org/officeDocument/2006/relationships/notesSlide" Target="/ppt/notesSlides/notesSlide2.xml" Id="R672003298651489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LIBERO improvement Δ</c:v>
          </c:tx>
          <c:cat>
            <c:strLit>
              <c:ptCount val="5"/>
              <c:pt idx="0">
                <c:v>Space</c:v>
              </c:pt>
              <c:pt idx="1">
                <c:v>Object</c:v>
              </c:pt>
              <c:pt idx="2">
                <c:v>Goal</c:v>
              </c:pt>
              <c:pt idx="3">
                <c:v>Long</c:v>
              </c:pt>
              <c:pt idx="4">
                <c:v>Avg</c:v>
              </c:pt>
            </c:strLit>
          </c:cat>
          <c:val>
            <c:numLit>
              <c:formatCode>General</c:formatCode>
              <c:ptCount val="5"/>
              <c:pt idx="0">
                <c:v>7.8</c:v>
              </c:pt>
              <c:pt idx="1">
                <c:v>3.8</c:v>
              </c:pt>
              <c:pt idx="2">
                <c:v>8.6</c:v>
              </c:pt>
              <c:pt idx="3">
                <c:v>12</c:v>
              </c:pt>
              <c:pt idx="4">
                <c:v>8.1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4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5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708D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B6624343-05C0-4F94-94A6-BEA4EAD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5E6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4E3C121E-41CA-4821-A552-EF066A1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8708D"/>
                </a:solidFill>
              </a:defRPr>
            </a:pPr>
            <a:r>
              <a:rPr sz="900" b="0">
                <a:solidFill>
                  <a:srgbClr val="58708D"/>
                </a:solidFill>
              </a:rPr>
              <a:t>01 / 02</a:t>
            </a:r>
          </a:p>
        </p:txBody>
      </p:sp>
      <p:sp>
        <p:nvSpPr>
          <p:cNvPr id="3" name="slide-001-eyebrow">
            <a:extLst xmlns:a="http://schemas.openxmlformats.org/drawingml/2006/main">
              <a:ext uri="{FF2B5EF4-FFF2-40B4-BE49-F238E27FC236}">
                <a16:creationId xmlns:a16="http://schemas.microsoft.com/office/drawing/2014/main" id="{42D5D955-4D51-440D-A4B0-AD942886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664D8"/>
                </a:solidFill>
              </a:defRPr>
            </a:pPr>
            <a:r>
              <a:rPr sz="1050" b="1">
                <a:solidFill>
                  <a:srgbClr val="1664D8"/>
                </a:solidFill>
              </a:rPr>
              <a:t>PAPER / RESEARCH BRIEF</a:t>
            </a:r>
          </a:p>
        </p:txBody>
      </p:sp>
      <p:sp>
        <p:nvSpPr>
          <p:cNvPr id="4" name="slide-001-title">
            <a:extLst xmlns:a="http://schemas.openxmlformats.org/drawingml/2006/main">
              <a:ext uri="{FF2B5EF4-FFF2-40B4-BE49-F238E27FC236}">
                <a16:creationId xmlns:a16="http://schemas.microsoft.com/office/drawing/2014/main" id="{3694A9EE-B428-4093-B81E-2918DF9F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14243A"/>
                </a:solidFill>
              </a:defRPr>
            </a:pPr>
            <a:r>
              <a:rPr sz="4350" b="1">
                <a:solidFill>
                  <a:srgbClr val="14243A"/>
                </a:solidFill>
              </a:rPr>
              <a:t>SimpleVLA-RL Technical Report</a:t>
            </a:r>
          </a:p>
        </p:txBody>
      </p:sp>
      <p:sp>
        <p:nvSpPr>
          <p:cNvPr id="5" name="slide-001-subtitle">
            <a:extLst xmlns:a="http://schemas.openxmlformats.org/drawingml/2006/main">
              <a:ext uri="{FF2B5EF4-FFF2-40B4-BE49-F238E27FC236}">
                <a16:creationId xmlns:a16="http://schemas.microsoft.com/office/drawing/2014/main" id="{713EB596-F7E0-4C59-BBD6-5A88F49F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8708D"/>
                </a:solidFill>
              </a:defRPr>
            </a:pPr>
            <a:r>
              <a:rPr sz="1575" b="0">
                <a:solidFill>
                  <a:srgbClr val="58708D"/>
                </a:solidFill>
              </a:rPr>
              <a:t>Full-paper deterministic storyboard generated from 24 PDF pages.</a:t>
            </a:r>
          </a:p>
        </p:txBody>
      </p:sp>
      <p:sp>
        <p:nvSpPr>
          <p:cNvPr id="6" name="slide-001-ring-a">
            <a:extLst xmlns:a="http://schemas.openxmlformats.org/drawingml/2006/main">
              <a:ext uri="{FF2B5EF4-FFF2-40B4-BE49-F238E27FC236}">
                <a16:creationId xmlns:a16="http://schemas.microsoft.com/office/drawing/2014/main" id="{C28E3A3F-0224-4FF3-90FB-3B833743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0">
            <a:off x="6934200" y="1676400"/>
            <a:ext cx="3848100" cy="3162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64D8"/>
            </a:solidFill>
            <a:prstDash val="solid"/>
          </a:ln>
        </p:spPr>
      </p:sp>
      <p:sp>
        <p:nvSpPr>
          <p:cNvPr id="7" name="slide-001-ring-b">
            <a:extLst xmlns:a="http://schemas.openxmlformats.org/drawingml/2006/main">
              <a:ext uri="{FF2B5EF4-FFF2-40B4-BE49-F238E27FC236}">
                <a16:creationId xmlns:a16="http://schemas.microsoft.com/office/drawing/2014/main" id="{FE1629AF-49A7-43AE-963E-B66188B3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7410450" y="2228850"/>
            <a:ext cx="289560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6B47"/>
            </a:solidFill>
            <a:prstDash val="solid"/>
          </a:ln>
        </p:spPr>
      </p:sp>
      <p:sp>
        <p:nvSpPr>
          <p:cNvPr id="8" name="slide-001-core">
            <a:extLst xmlns:a="http://schemas.openxmlformats.org/drawingml/2006/main">
              <a:ext uri="{FF2B5EF4-FFF2-40B4-BE49-F238E27FC236}">
                <a16:creationId xmlns:a16="http://schemas.microsoft.com/office/drawing/2014/main" id="{97812491-41B1-4047-A991-2489AFBE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4D8"/>
          </a:solidFill>
          <a:ln xmlns:a="http://schemas.openxmlformats.org/drawingml/2006/main" w="9525">
            <a:solidFill>
              <a:srgbClr val="1664D8"/>
            </a:solidFill>
            <a:prstDash val="solid"/>
          </a:ln>
        </p:spPr>
      </p:sp>
      <p:sp>
        <p:nvSpPr>
          <p:cNvPr id="9" name="slide-001-core-text">
            <a:extLst xmlns:a="http://schemas.openxmlformats.org/drawingml/2006/main">
              <a:ext uri="{FF2B5EF4-FFF2-40B4-BE49-F238E27FC236}">
                <a16:creationId xmlns:a16="http://schemas.microsoft.com/office/drawing/2014/main" id="{DB803045-34D4-4517-B470-BD0C79A6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57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0C1725"/>
                </a:solidFill>
              </a:defRPr>
            </a:pPr>
            <a:r>
              <a:rPr sz="1125" b="1">
                <a:solidFill>
                  <a:srgbClr val="0C1725"/>
                </a:solidFill>
              </a:rPr>
              <a:t>EVIDENCE</a:t>
            </a:r>
          </a:p>
        </p:txBody>
      </p:sp>
      <p:sp>
        <p:nvSpPr>
          <p:cNvPr id="10" name="slide-001-html">
            <a:extLst xmlns:a="http://schemas.openxmlformats.org/drawingml/2006/main">
              <a:ext uri="{FF2B5EF4-FFF2-40B4-BE49-F238E27FC236}">
                <a16:creationId xmlns:a16="http://schemas.microsoft.com/office/drawing/2014/main" id="{E9B6A1CB-2D42-48DB-BA2C-EA50DFB3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52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6B47"/>
                </a:solidFill>
              </a:defRPr>
            </a:pPr>
            <a:r>
              <a:rPr sz="1050" b="1">
                <a:solidFill>
                  <a:srgbClr val="E06B47"/>
                </a:solidFill>
              </a:rPr>
              <a:t>METHOD</a:t>
            </a:r>
          </a:p>
        </p:txBody>
      </p:sp>
      <p:sp>
        <p:nvSpPr>
          <p:cNvPr id="11" name="slide-001-pptx">
            <a:extLst xmlns:a="http://schemas.openxmlformats.org/drawingml/2006/main">
              <a:ext uri="{FF2B5EF4-FFF2-40B4-BE49-F238E27FC236}">
                <a16:creationId xmlns:a16="http://schemas.microsoft.com/office/drawing/2014/main" id="{4D95C7B8-4FA1-4598-894A-6B819C8A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19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C9D91"/>
                </a:solidFill>
              </a:defRPr>
            </a:pPr>
            <a:r>
              <a:rPr sz="1050" b="1">
                <a:solidFill>
                  <a:srgbClr val="2C9D91"/>
                </a:solidFill>
              </a:rPr>
              <a:t>RESULT</a:t>
            </a:r>
          </a:p>
        </p:txBody>
      </p:sp>
      <p:sp>
        <p:nvSpPr>
          <p:cNvPr id="12" name="slide-001-note-bg">
            <a:extLst xmlns:a="http://schemas.openxmlformats.org/drawingml/2006/main">
              <a:ext uri="{FF2B5EF4-FFF2-40B4-BE49-F238E27FC236}">
                <a16:creationId xmlns:a16="http://schemas.microsoft.com/office/drawing/2014/main" id="{47CC9169-E866-4417-B5AE-53BF8D44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685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5E6"/>
            </a:solidFill>
            <a:prstDash val="solid"/>
          </a:ln>
        </p:spPr>
      </p:sp>
      <p:sp>
        <p:nvSpPr>
          <p:cNvPr id="13" name="slide-001-note-label">
            <a:extLst xmlns:a="http://schemas.openxmlformats.org/drawingml/2006/main">
              <a:ext uri="{FF2B5EF4-FFF2-40B4-BE49-F238E27FC236}">
                <a16:creationId xmlns:a16="http://schemas.microsoft.com/office/drawing/2014/main" id="{802CB42D-B634-47BA-9805-9D6805BA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664D8"/>
                </a:solidFill>
              </a:defRPr>
            </a:pPr>
            <a:r>
              <a:rPr sz="900" b="1">
                <a:solidFill>
                  <a:srgbClr val="1664D8"/>
                </a:solidFill>
              </a:rPr>
              <a:t>CORE CLAIM</a:t>
            </a:r>
          </a:p>
        </p:txBody>
      </p:sp>
      <p:sp>
        <p:nvSpPr>
          <p:cNvPr id="14" name="slide-001-note-value">
            <a:extLst xmlns:a="http://schemas.openxmlformats.org/drawingml/2006/main">
              <a:ext uri="{FF2B5EF4-FFF2-40B4-BE49-F238E27FC236}">
                <a16:creationId xmlns:a16="http://schemas.microsoft.com/office/drawing/2014/main" id="{035A3430-8D0C-4B01-B942-81897BB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4243A"/>
                </a:solidFill>
              </a:defRPr>
            </a:pPr>
            <a:r>
              <a:rPr sz="1200" b="1">
                <a:solidFill>
                  <a:srgbClr val="14243A"/>
                </a:solidFill>
              </a:rPr>
              <a:t>Full-paper deterministic sto</a:t>
            </a:r>
          </a:p>
        </p:txBody>
      </p:sp>
    </p:spTree>
    <p:extLst>
      <p:ext uri="{BB962C8B-B14F-4D97-AF65-F5344CB8AC3E}">
        <p14:creationId xmlns:p14="http://schemas.microsoft.com/office/powerpoint/2010/main" val="79599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op-rule">
            <a:extLst xmlns:a="http://schemas.openxmlformats.org/drawingml/2006/main">
              <a:ext uri="{FF2B5EF4-FFF2-40B4-BE49-F238E27FC236}">
                <a16:creationId xmlns:a16="http://schemas.microsoft.com/office/drawing/2014/main" id="{9CD842AB-D6FC-4A7F-BD80-6B9CD1B8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5E6"/>
            </a:solidFill>
            <a:prstDash val="solid"/>
          </a:ln>
        </p:spPr>
      </p:sp>
      <p:sp>
        <p:nvSpPr>
          <p:cNvPr id="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CAA62D09-F933-4D1E-BED1-99362B56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8708D"/>
                </a:solidFill>
              </a:defRPr>
            </a:pPr>
            <a:r>
              <a:rPr sz="900" b="0">
                <a:solidFill>
                  <a:srgbClr val="58708D"/>
                </a:solidFill>
              </a:rPr>
              <a:t>02 / 02</a:t>
            </a:r>
          </a:p>
        </p:txBody>
      </p:sp>
      <p:sp>
        <p:nvSpPr>
          <p:cNvPr id="3" name="slide-008-kicker">
            <a:extLst xmlns:a="http://schemas.openxmlformats.org/drawingml/2006/main">
              <a:ext uri="{FF2B5EF4-FFF2-40B4-BE49-F238E27FC236}">
                <a16:creationId xmlns:a16="http://schemas.microsoft.com/office/drawing/2014/main" id="{FB56B433-8526-43BC-A8B3-7D91EF45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64D8"/>
                </a:solidFill>
              </a:defRPr>
            </a:pPr>
            <a:r>
              <a:rPr sz="975" b="1">
                <a:solidFill>
                  <a:srgbClr val="1664D8"/>
                </a:solidFill>
              </a:rPr>
              <a:t>PAPER EVIDENCE</a:t>
            </a:r>
          </a:p>
        </p:txBody>
      </p:sp>
      <p:sp>
        <p:nvSpPr>
          <p:cNvPr id="4" name="slide-008-title">
            <a:extLst xmlns:a="http://schemas.openxmlformats.org/drawingml/2006/main">
              <a:ext uri="{FF2B5EF4-FFF2-40B4-BE49-F238E27FC236}">
                <a16:creationId xmlns:a16="http://schemas.microsoft.com/office/drawing/2014/main" id="{48C78DAC-BF04-4DDB-9F93-8A740B6B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4243A"/>
                </a:solidFill>
              </a:defRPr>
            </a:pPr>
            <a:r>
              <a:rPr sz="2850" b="1">
                <a:solidFill>
                  <a:srgbClr val="14243A"/>
                </a:solidFill>
              </a:rPr>
              <a:t>主要结果：性能、数据效率和迁移同时提升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1000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9c04729b9549fe"/>
          </a:graphicData>
        </a:graphic>
      </p:graphicFrame>
      <p:sp>
        <p:nvSpPr>
          <p:cNvPr id="6" name="slide-008-caption">
            <a:extLst xmlns:a="http://schemas.openxmlformats.org/drawingml/2006/main">
              <a:ext uri="{FF2B5EF4-FFF2-40B4-BE49-F238E27FC236}">
                <a16:creationId xmlns:a16="http://schemas.microsoft.com/office/drawing/2014/main" id="{0300E445-DBAF-46AB-9668-39A49A55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8708D"/>
                </a:solidFill>
              </a:defRPr>
            </a:pPr>
            <a:r>
              <a:rPr sz="825" b="0">
                <a:solidFill>
                  <a:srgbClr val="58708D"/>
                </a:solidFill>
              </a:rPr>
              <a:t>p10-table-1</a:t>
            </a:r>
          </a:p>
        </p:txBody>
      </p:sp>
      <p:sp>
        <p:nvSpPr>
          <p:cNvPr id="7" name="slide-008-source-frame">
            <a:extLst xmlns:a="http://schemas.openxmlformats.org/drawingml/2006/main">
              <a:ext uri="{FF2B5EF4-FFF2-40B4-BE49-F238E27FC236}">
                <a16:creationId xmlns:a16="http://schemas.microsoft.com/office/drawing/2014/main" id="{95FCE58E-134A-4FD9-9242-65469F0D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5"/>
            </a:solidFill>
            <a:prstDash val="solid"/>
          </a:ln>
        </p:spPr>
      </p:sp>
      <p:sp>
        <p:nvSpPr>
          <p:cNvPr id="8" name="slide-008-source-label">
            <a:extLst xmlns:a="http://schemas.openxmlformats.org/drawingml/2006/main">
              <a:ext uri="{FF2B5EF4-FFF2-40B4-BE49-F238E27FC236}">
                <a16:creationId xmlns:a16="http://schemas.microsoft.com/office/drawing/2014/main" id="{B45A13A1-3349-41AA-81E6-048734B6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33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9B5C45"/>
                </a:solidFill>
              </a:defRPr>
            </a:pPr>
            <a:r>
              <a:rPr sz="750" b="1">
                <a:solidFill>
                  <a:srgbClr val="9B5C45"/>
                </a:solidFill>
              </a:rPr>
              <a:t>SOURCE CROP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9f2db39bf405d"/>
          <a:stretch xmlns:a="http://schemas.openxmlformats.org/drawingml/2006/main"/>
        </p:blipFill>
        <p:spPr>
          <a:xfrm xmlns:a="http://schemas.openxmlformats.org/drawingml/2006/main">
            <a:off x="8686800" y="1326732"/>
            <a:ext cx="2628900" cy="2421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60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2026-07-18T03:36:06.8240000Z</dcterms:created>
  <dcterms:modified xsi:type="dcterms:W3CDTF">2026-07-18T03:36:06.8240000Z</dcterms:modified>
</coreProperties>
</file>